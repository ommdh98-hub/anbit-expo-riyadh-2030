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30e8544c7c470f" /><Relationship Type="http://schemas.openxmlformats.org/officeDocument/2006/relationships/extended-properties" Target="/docProps/app.xml" Id="Rea6c9c8767f34cad" /><Relationship Type="http://schemas.openxmlformats.org/officeDocument/2006/relationships/officeDocument" Target="/ppt/presentation.xml" Id="R669f842798414d4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8cb3c698d7e4e00"/>
    <p:sldMasterId xmlns:r="http://schemas.openxmlformats.org/officeDocument/2006/relationships" id="2147483660" r:id="Ra9ad671e4e3e4892"/>
  </p:sldMasterIdLst>
  <p:notesMasterIdLst>
    <p:notesMasterId xmlns:r="http://schemas.openxmlformats.org/officeDocument/2006/relationships" r:id="R4f40aaf16a054b9a"/>
  </p:notesMasterIdLst>
  <p:sldIdLst>
    <p:sldId xmlns:r="http://schemas.openxmlformats.org/officeDocument/2006/relationships" id="256" r:id="Rd1b7f167b8ae4bf7"/>
    <p:sldId xmlns:r="http://schemas.openxmlformats.org/officeDocument/2006/relationships" id="257" r:id="R83fad81e56bb45a8"/>
    <p:sldId xmlns:r="http://schemas.openxmlformats.org/officeDocument/2006/relationships" id="258" r:id="Rbd17e209b0e84508"/>
    <p:sldId xmlns:r="http://schemas.openxmlformats.org/officeDocument/2006/relationships" id="259" r:id="Raf36462368ab45b0"/>
    <p:sldId xmlns:r="http://schemas.openxmlformats.org/officeDocument/2006/relationships" id="260" r:id="Rc32b57a523564790"/>
    <p:sldId xmlns:r="http://schemas.openxmlformats.org/officeDocument/2006/relationships" id="261" r:id="R5fccac9a9aca41df"/>
    <p:sldId xmlns:r="http://schemas.openxmlformats.org/officeDocument/2006/relationships" id="262" r:id="Rc74c78f47d8b46e9"/>
    <p:sldId xmlns:r="http://schemas.openxmlformats.org/officeDocument/2006/relationships" id="263" r:id="R76c447f06bab4f89"/>
    <p:sldId xmlns:r="http://schemas.openxmlformats.org/officeDocument/2006/relationships" id="264" r:id="Rfadfe69067824e33"/>
    <p:sldId xmlns:r="http://schemas.openxmlformats.org/officeDocument/2006/relationships" id="265" r:id="Rde080aaa614a466f"/>
    <p:sldId xmlns:r="http://schemas.openxmlformats.org/officeDocument/2006/relationships" id="266" r:id="R93212888b95340a6"/>
    <p:sldId xmlns:r="http://schemas.openxmlformats.org/officeDocument/2006/relationships" id="267" r:id="Rcb200141eaeb4a5b"/>
    <p:sldId xmlns:r="http://schemas.openxmlformats.org/officeDocument/2006/relationships" id="268" r:id="R89ac133ad8094abd"/>
    <p:sldId xmlns:r="http://schemas.openxmlformats.org/officeDocument/2006/relationships" id="269" r:id="Rad39a4ab8fe6429e"/>
  </p:sldIdLst>
  <p:sldSz cx="9144000" cy="5143500"/>
  <p:notesSz cx="6858000" cy="9144000"/>
  <p:embeddedFontLst>
    <p:embeddedFont>
      <p:font typeface="IBM Plex Sans Arabic"/>
      <p:regular xmlns:r="http://schemas.openxmlformats.org/officeDocument/2006/relationships" r:id="R68b43688349f41d1"/>
      <p:bold xmlns:r="http://schemas.openxmlformats.org/officeDocument/2006/relationships" r:id="R9d6e6a201d3846cc"/>
    </p:embeddedFont>
    <p:embeddedFont>
      <p:font typeface="IBM Plex Sans Arabic Medium"/>
      <p:regular xmlns:r="http://schemas.openxmlformats.org/officeDocument/2006/relationships" r:id="R9abb69590c164b66"/>
      <p:bold xmlns:r="http://schemas.openxmlformats.org/officeDocument/2006/relationships" r:id="R4936793530cc4a36"/>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4745ddca54f42c2" /><Relationship Type="http://schemas.openxmlformats.org/officeDocument/2006/relationships/slideMaster" Target="/ppt/slideMasters/slideMaster1.xml" Id="Rc8cb3c698d7e4e00" /><Relationship Type="http://schemas.openxmlformats.org/officeDocument/2006/relationships/slideMaster" Target="/ppt/slideMasters/slideMaster2.xml" Id="Ra9ad671e4e3e4892" /><Relationship Type="http://schemas.openxmlformats.org/officeDocument/2006/relationships/notesMaster" Target="/ppt/notesMasters/notesMaster1.xml" Id="R4f40aaf16a054b9a" /><Relationship Type="http://schemas.openxmlformats.org/officeDocument/2006/relationships/presProps" Target="/ppt/presProps.xml" Id="Rc93185820c3d4afc" /><Relationship Type="http://schemas.openxmlformats.org/officeDocument/2006/relationships/viewProps" Target="/ppt/viewProps.xml" Id="Ra1bc07d475284ad0" /><Relationship Type="http://schemas.openxmlformats.org/officeDocument/2006/relationships/tableStyles" Target="/ppt/tableStyles.xml" Id="Rbf0ba5e9f5264fb2" /><Relationship Type="http://schemas.openxmlformats.org/officeDocument/2006/relationships/font" Target="/ppt/fonts/font.dat" Id="R68b43688349f41d1" /><Relationship Type="http://schemas.openxmlformats.org/officeDocument/2006/relationships/font" Target="/ppt/fonts/font2.dat" Id="R9d6e6a201d3846cc" /><Relationship Type="http://schemas.openxmlformats.org/officeDocument/2006/relationships/font" Target="/ppt/fonts/font3.dat" Id="R9abb69590c164b66" /><Relationship Type="http://schemas.openxmlformats.org/officeDocument/2006/relationships/font" Target="/ppt/fonts/font4.dat" Id="R4936793530cc4a36" /><Relationship Type="http://schemas.openxmlformats.org/officeDocument/2006/relationships/slide" Target="/ppt/slides/slide1.xml" Id="Rd1b7f167b8ae4bf7" /><Relationship Type="http://schemas.openxmlformats.org/officeDocument/2006/relationships/slide" Target="/ppt/slides/slide2.xml" Id="R83fad81e56bb45a8" /><Relationship Type="http://schemas.openxmlformats.org/officeDocument/2006/relationships/slide" Target="/ppt/slides/slide3.xml" Id="Rbd17e209b0e84508" /><Relationship Type="http://schemas.openxmlformats.org/officeDocument/2006/relationships/slide" Target="/ppt/slides/slide4.xml" Id="Raf36462368ab45b0" /><Relationship Type="http://schemas.openxmlformats.org/officeDocument/2006/relationships/slide" Target="/ppt/slides/slide5.xml" Id="Rc32b57a523564790" /><Relationship Type="http://schemas.openxmlformats.org/officeDocument/2006/relationships/slide" Target="/ppt/slides/slide6.xml" Id="R5fccac9a9aca41df" /><Relationship Type="http://schemas.openxmlformats.org/officeDocument/2006/relationships/slide" Target="/ppt/slides/slide7.xml" Id="Rc74c78f47d8b46e9" /><Relationship Type="http://schemas.openxmlformats.org/officeDocument/2006/relationships/slide" Target="/ppt/slides/slide8.xml" Id="R76c447f06bab4f89" /><Relationship Type="http://schemas.openxmlformats.org/officeDocument/2006/relationships/slide" Target="/ppt/slides/slide9.xml" Id="Rfadfe69067824e33" /><Relationship Type="http://schemas.openxmlformats.org/officeDocument/2006/relationships/slide" Target="/ppt/slides/slide10.xml" Id="Rde080aaa614a466f" /><Relationship Type="http://schemas.openxmlformats.org/officeDocument/2006/relationships/slide" Target="/ppt/slides/slide11.xml" Id="R93212888b95340a6" /><Relationship Type="http://schemas.openxmlformats.org/officeDocument/2006/relationships/slide" Target="/ppt/slides/slide12.xml" Id="Rcb200141eaeb4a5b" /><Relationship Type="http://schemas.openxmlformats.org/officeDocument/2006/relationships/slide" Target="/ppt/slides/slide13.xml" Id="R89ac133ad8094abd" /><Relationship Type="http://schemas.openxmlformats.org/officeDocument/2006/relationships/slide" Target="/ppt/slides/slide14.xml" Id="Rad39a4ab8fe642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9d43462f3be4d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7b1deea0034150" /><Relationship Type="http://schemas.openxmlformats.org/officeDocument/2006/relationships/notesMaster" Target="/ppt/notesMasters/notesMaster1.xml" Id="R9cc41f082752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cc6a9d515d4466" /><Relationship Type="http://schemas.openxmlformats.org/officeDocument/2006/relationships/notesMaster" Target="/ppt/notesMasters/notesMaster1.xml" Id="Rfbfca23e92b246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0452df510d4bf1" /><Relationship Type="http://schemas.openxmlformats.org/officeDocument/2006/relationships/notesMaster" Target="/ppt/notesMasters/notesMaster1.xml" Id="Rb63f1d11554b4c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70ba0b740f40bc" /><Relationship Type="http://schemas.openxmlformats.org/officeDocument/2006/relationships/notesMaster" Target="/ppt/notesMasters/notesMaster1.xml" Id="R5b39a877626847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1aceb7bc71462c" /><Relationship Type="http://schemas.openxmlformats.org/officeDocument/2006/relationships/notesMaster" Target="/ppt/notesMasters/notesMaster1.xml" Id="R6362e8df7ce043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117ebbad7a4ac2" /><Relationship Type="http://schemas.openxmlformats.org/officeDocument/2006/relationships/notesMaster" Target="/ppt/notesMasters/notesMaster1.xml" Id="Rebb37ab54ebc4b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099d05555e4581" /><Relationship Type="http://schemas.openxmlformats.org/officeDocument/2006/relationships/notesMaster" Target="/ppt/notesMasters/notesMaster1.xml" Id="Rb5b3d5e3449347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34e65557d14c50" /><Relationship Type="http://schemas.openxmlformats.org/officeDocument/2006/relationships/notesMaster" Target="/ppt/notesMasters/notesMaster1.xml" Id="Ra51c2cf1a7b54e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c4da804021451f" /><Relationship Type="http://schemas.openxmlformats.org/officeDocument/2006/relationships/notesMaster" Target="/ppt/notesMasters/notesMaster1.xml" Id="R9cf364a4bd0443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85310ca696461e" /><Relationship Type="http://schemas.openxmlformats.org/officeDocument/2006/relationships/notesMaster" Target="/ppt/notesMasters/notesMaster1.xml" Id="R1d51e2877fc24d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d38a2d0fe1478c" /><Relationship Type="http://schemas.openxmlformats.org/officeDocument/2006/relationships/notesMaster" Target="/ppt/notesMasters/notesMaster1.xml" Id="Rc318798357b646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4f657a65694158" /><Relationship Type="http://schemas.openxmlformats.org/officeDocument/2006/relationships/notesMaster" Target="/ppt/notesMasters/notesMaster1.xml" Id="R289ab818a3cd4a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2210ba336a415e" /><Relationship Type="http://schemas.openxmlformats.org/officeDocument/2006/relationships/notesMaster" Target="/ppt/notesMasters/notesMaster1.xml" Id="Rbaa20f902a464c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ca5565328e45be" /><Relationship Type="http://schemas.openxmlformats.org/officeDocument/2006/relationships/notesMaster" Target="/ppt/notesMasters/notesMaster1.xml" Id="Rd3cce8cf50a040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أنبت منصة تجريبية محلية لهاكاثون إكسبو الرياض 2030. العرض يشرح الوظائف المنفذة والبحث والمحاكاة بصورة منفصلة. لا ادعاء لاتصال ميداني أو وفر مثبت. المصدر: README.md، backend/app/engine.py، backend/app/main.py، backend/app/home.py في النسخة المحلية بتاريخ 15 أكتوبر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أسماء الأعضاء وصورهم من القالب الذي قدمه الفريق. تُراجع هجاءة الأسماء والصور مع الأعضاء قبل التسليم. لم تُضف أدوار أو مؤهلات غير مؤكدة.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يتبع العرض أقسام القالب الأصلي في 14 شريحة. زمن مقترح للعرض الإجمالي نحو خمس دقائق.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المصدر: README.md، backend/app/engine.py، backend/app/main.py، backend/app/home.py في النسخة المحلية بتاريخ 15 أكتوبر 2026. التغطية شبكة هندسية تقريبية 20×20، وليست نسبة ثقة إحصائية. لا يعني غياب المعلومات ضرورة الري. مرجع مفهوم الماء المتاح وعمق الجذور: FAO Irrigation and Drainage Paper 56، الفصل 8، المعادلتان 82–83. https://www.fao.org/4/X0490E/x0490e0e.htm . التنفيذ والحدود: docs/DIGITAL_TWIN.md، docs/PREDICTIVE_IRRIGATION.md، backend/app/engine.py. لا يمثل المرجع اعتمادًا لافتراضات العرض.</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المصادر: docs/PLANT_CITY_DATA.md، docs/GROWING_GUIDE.md، docs/SOURCES_AND_ASSUMPTIONS.md. مقتطف النباتات والمدن مرجع تجريبي غير متحقق المصدر والترخيص. لا يُستخدم في الري. توجد 238 مطابقة مرجعية بين 17 نباتًا و14 مدينة. لا نستخدم سجلات الري الـ86,870 من ENBT.db كبيانات تشغيل أو تدريب موثوق. لا خلط بين الرطوبة الجوية ورطوبة التربة الحجمية. مصدر أرقام المناطق: seed.py / README.md. المصدر: README.md، backend/app/engine.py، backend/app/main.py، backend/app/home.py في النسخة المحلية بتاريخ 15 أكتوبر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المصدر: README.md، backend/app/engine.py، backend/app/main.py، backend/app/home.py في النسخة المحلية بتاريخ 15 أكتوبر 2026. طبقة SQLModel مبنية على SQLAlchemy. تستخدم الواجهة CSS وخريطة SVG. المصادر: frontend/lib/twin/engine.ts، frontend/lib/twin/constants.ts، frontend/lib/twin/model.ts، research/simulation/README.md، research/simulation/metrics.json. محاكاة متصفح مستقلة، طقس وحساسات وصمامات اصطناعية، بلا كتابة في قاعدة التشغيل.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الأفراد user وفرق المسطحات survey اسما الجمهورين الحاليان، وليسا user/admin. يفرض الخادم صلاحيات الكتابة. مسار الاعتماد وتسجيل التنفيذ منفصل، والاعتماد وحده لا يسجل ماء ولا يشغّل مضخة. المصادر: docs/PLANT_CITY_DATA.md، docs/GROWING_GUIDE.md، docs/SOURCES_AND_ASSUMPTIONS.md. مقتطف النباتات والمدن مرجع تجريبي غير متحقق المصدر والترخيص. لا يُستخدم في الري. المصدر: README.md، backend/app/engine.py، backend/app/main.py، backend/app/home.py في النسخة المحلية بتاريخ 15 أكتوبر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المصدر: README.md، backend/app/engine.py، backend/app/main.py، backend/app/home.py في النسخة المحلية بتاريخ 15 أكتوبر 2026. يحتفظ محرك القرار بأحدث قراءة لكل نقطة ويستبعد ما سبق آخر ري. قراءات العرض تبقى موسومة محاكاة حتى عند إدخالها يدويًا. تقدير اللترات يعتمد على المساحة وعمق الجذور وعجز الرطوبة والكفاءة. التغطية هندسية وليست ثقة إحصائية. مرجع مفهوم الماء المتاح وعمق الجذور: FAO Irrigation and Drainage Paper 56، الفصل 8، المعادلتان 82–83. https://www.fao.org/4/X0490E/x0490e0e.htm . التنفيذ والحدود: docs/DIGITAL_TWIN.md، docs/PREDICTIVE_IRRIGATION.md، backend/app/engine.py. لا يمثل المرجع اعتمادًا لافتراضات العرض.</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اختيار التحدي وفق docs/ANBIT_PROJECT_REPORT.md وdocs/SOURCES_AND_ASSUMPTIONS.md (وثيقة التحدي، ص14). لا نسبة وفر ميداني مثبتة. مؤشرات تحقق مستقبلية: لترات مقاسة، جودة رطوبة منطقة الجذور، وعدد الزيارات اللازمة لاستكمال القياس. لا نقدّمها كنتائج حالية.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يوجد مساران منفصلان: التوأم المرتبط ببيانات الموقع وWhat-if في docs/DIGITAL_TWIN.md، وتوأم المتصفح المستقل /twin. الأخير يحاكي الطقس والحساسات والصمامات، ويستخدم نموذج شجرة مدربًا على بيانات اصطناعية ضمن نطاقه مع رجوع لموازنة الماء عند الخروج منه. مدد الري من الموازنة وليست نموذج الدقائق غير المفيد. لا اتصال IoT أو تشغيل معدات. المصادر: frontend/lib/twin/engine.ts، frontend/lib/twin/constants.ts، frontend/lib/twin/model.ts، research/simulation/README.md، research/simulation/metrics.json. محاكاة متصفح مستقلة، طقس وحساسات وصمامات اصطناعية، بلا كتابة في قاعدة التشغيل.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تشغيل محلي بتاريخ 15 أكتوبر 2026: نجح pytest backend/tests في 136 اختبارًا، وnode --test frontend/tests/*.mjs في 87 اختبارًا. تحذير Starlette/httpx واحد. فحوص TypeScript وESLint وبناء الإنتاج نجحت في التشغيل الكامل السابق الموثق في سجل scripts/test.sh بتاريخ 15 أكتوبر، قبل الإضافات المحلية اللاحقة. الفحص اليدوي موثق في docs/FINAL_ACCEPTANCE_REPORT.md وdocs/PREDICTIVE_IRRIGATION.md. الاختبارات البرمجية مستقلة عن التحقق الزراعي. البحث الاصطناعي: 15,420 صفًا وشجرة تحقق قاعدة مولد البيانات، ولا دلالة لأدائها على الحقل. المصادر: frontend/lib/twin/engine.ts، frontend/lib/twin/constants.ts، frontend/lib/twin/model.ts، research/simulation/README.md، research/simulation/metrics.json. محاكاة متصفح مستقلة، طقس وحساسات وصمامات اصطناعية، بلا كتابة في قاعدة التشغيل.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المصدر البصري: docs/acceptance/2026-10-14/suggested-location.png، لقطة فعلية محفوظة من فحص التطبيق. تظهر النسخة السابقة للتنقل قبل تقليصه، بينما منطق الخريطة والتسجيل محفوظ. القيم والأشكال من بيئة عرض وليست موقع إكسبو أو قياسات حقلية. مقترح العرض: بعد اختيار المنطقة افتح موقع القياس ثم نموذج القراءة، واعرض سبب رفض أو إتاحة المراجعة دون تسجيل ري حقيقي.</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لا ربط أجهزة حقيقي حاليًا، ولا نموذج معتمد ميدانيًا، ولا وفر مثبت. توجد تجربة شجرة بيانات اصطناعية داخل التوأم فقط، وبحث Turfgrass مستقل بنتائج متفاوتة لا يبرر تفعيل النموذج في القرار التشغيلي. يلزم توثيق تراخيص المقتطفات والبيانات قبل نشرها العام. الأولوية المعايرة والتحقق المستقل، ثم التوسع. المصادر: frontend/lib/twin/engine.ts، frontend/lib/twin/constants.ts، frontend/lib/twin/model.ts، research/simulation/README.md، research/simulation/metrics.json. محاكاة متصفح مستقلة، طقس وحساسات وصمامات اصطناعية، بلا كتابة في قاعدة التشغيل. مرجع مفهوم الماء المتاح وعمق الجذور: FAO Irrigation and Drainage Paper 56، الفصل 8، المعادلتان 82–83. https://www.fao.org/4/X0490E/x0490e0e.htm . التنفيذ والحدود: docs/DIGITAL_TWIN.md، docs/PREDICTIVE_IRRIGATION.md، backend/app/engine.py. لا يمثل المرجع اعتمادًا لافتراضات العرض. المصادر: docs/PLANT_CITY_DATA.md، docs/GROWING_GUIDE.md، docs/SOURCES_AND_ASSUMPTIONS.md. مقتطف النباتات والمدن مرجع تجريبي غير متحقق المصدر والترخيص. لا يُستخدم في الري.</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خاتمة: أنبت نموذج دعم قرار قابل للشرح، مع فصل مصادر البيانات والمحاكاة عن التشغيل. الأسئلة مرحب بها. المستودع الرسمي: https://github.com/ommdh98-hub/Anbit-Expo-Riyadh-2030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d8ff05002c49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418cc101ff42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8e2ed2816a42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9cf1b9cd464e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dc7a4669f64b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ae6753cbe94c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dfad44f1a844b5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42ebfcab0974a5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547162e5cfc442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a1e812dff30470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830eb5dfb27405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eb0b7ed0b4a84df9" /><Relationship Type="http://schemas.openxmlformats.org/officeDocument/2006/relationships/image" Target="/ppt/media/image.png" Id="R43f90ee0ad2e473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bcd224137b92499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5c340cbc642f4d09"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f84ad17985824983"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21dbf33c939e446d"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87050c7002c64156"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d88c26230c374fb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7f73fb98d2634c2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fd4453f3c4954894"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85a0d14b5ee14f13"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d5df1003dc1b4e3c"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F6F791EF-1DB2-4BDE-9361-0EFFC726CC78}"/>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endParaRPr/>
          </a:p>
        </p:txBody>
      </p:sp>
      <p:sp>
        <p:nvSpPr>
          <p:cNvPr id="11" name="Google Shape;11;p2">
            <a:extLst xmlns:a="http://schemas.openxmlformats.org/drawingml/2006/main">
              <a:ext uri="{FF2B5EF4-FFF2-40B4-BE49-F238E27FC236}">
                <a16:creationId xmlns:a16="http://schemas.microsoft.com/office/drawing/2014/main" id="{BB38E0DA-2C6E-485D-B19D-DA0E4916C28E}"/>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2">
            <a:extLst xmlns:a="http://schemas.openxmlformats.org/drawingml/2006/main">
              <a:ext uri="{FF2B5EF4-FFF2-40B4-BE49-F238E27FC236}">
                <a16:creationId xmlns:a16="http://schemas.microsoft.com/office/drawing/2014/main" id="{FCDFA6EC-ECF8-4978-BDA7-676D2E47E59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E47D326A-AC0A-4893-8933-13239430837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a:endParaRPr/>
          </a:p>
        </p:txBody>
      </p:sp>
      <p:sp>
        <p:nvSpPr>
          <p:cNvPr id="15" name="Google Shape;15;p3">
            <a:extLst xmlns:a="http://schemas.openxmlformats.org/drawingml/2006/main">
              <a:ext uri="{FF2B5EF4-FFF2-40B4-BE49-F238E27FC236}">
                <a16:creationId xmlns:a16="http://schemas.microsoft.com/office/drawing/2014/main" id="{0EE9B81C-446D-4282-8A83-638BF2E0D20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18397796-D1E9-4419-9E63-E7733733A9D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8" name="Google Shape;18;p4">
            <a:extLst xmlns:a="http://schemas.openxmlformats.org/drawingml/2006/main">
              <a:ext uri="{FF2B5EF4-FFF2-40B4-BE49-F238E27FC236}">
                <a16:creationId xmlns:a16="http://schemas.microsoft.com/office/drawing/2014/main" id="{29149949-7904-4B87-8272-CB38284AC95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19" name="Google Shape;19;p4">
            <a:extLst xmlns:a="http://schemas.openxmlformats.org/drawingml/2006/main">
              <a:ext uri="{FF2B5EF4-FFF2-40B4-BE49-F238E27FC236}">
                <a16:creationId xmlns:a16="http://schemas.microsoft.com/office/drawing/2014/main" id="{D83F8F6B-74CE-4E2D-9C90-5837C3C50F6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F46254A4-6EAB-4CF7-8E78-31F93954F29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2" name="Google Shape;22;p5">
            <a:extLst xmlns:a="http://schemas.openxmlformats.org/drawingml/2006/main">
              <a:ext uri="{FF2B5EF4-FFF2-40B4-BE49-F238E27FC236}">
                <a16:creationId xmlns:a16="http://schemas.microsoft.com/office/drawing/2014/main" id="{A605255F-FA77-465A-BCC9-32166127330D}"/>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3" name="Google Shape;23;p5">
            <a:extLst xmlns:a="http://schemas.openxmlformats.org/drawingml/2006/main">
              <a:ext uri="{FF2B5EF4-FFF2-40B4-BE49-F238E27FC236}">
                <a16:creationId xmlns:a16="http://schemas.microsoft.com/office/drawing/2014/main" id="{9751AAE1-4833-4CCD-8EF9-7B281D468B0E}"/>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4" name="Google Shape;24;p5">
            <a:extLst xmlns:a="http://schemas.openxmlformats.org/drawingml/2006/main">
              <a:ext uri="{FF2B5EF4-FFF2-40B4-BE49-F238E27FC236}">
                <a16:creationId xmlns:a16="http://schemas.microsoft.com/office/drawing/2014/main" id="{0D72BBDD-BE0C-4EED-870E-C09014719C9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A41F87F-E156-45C8-B4B4-45354D61462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7" name="Google Shape;27;p6">
            <a:extLst xmlns:a="http://schemas.openxmlformats.org/drawingml/2006/main">
              <a:ext uri="{FF2B5EF4-FFF2-40B4-BE49-F238E27FC236}">
                <a16:creationId xmlns:a16="http://schemas.microsoft.com/office/drawing/2014/main" id="{F2008B09-3499-49FC-89F0-8AD581266D3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B66AD8BE-8B1E-460A-8FA6-624B7CA6E916}"/>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a:endParaRPr/>
          </a:p>
        </p:txBody>
      </p:sp>
      <p:sp>
        <p:nvSpPr>
          <p:cNvPr id="30" name="Google Shape;30;p7">
            <a:extLst xmlns:a="http://schemas.openxmlformats.org/drawingml/2006/main">
              <a:ext uri="{FF2B5EF4-FFF2-40B4-BE49-F238E27FC236}">
                <a16:creationId xmlns:a16="http://schemas.microsoft.com/office/drawing/2014/main" id="{36C674DE-2227-45E4-8B67-AACB84D49298}"/>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31" name="Google Shape;31;p7">
            <a:extLst xmlns:a="http://schemas.openxmlformats.org/drawingml/2006/main">
              <a:ext uri="{FF2B5EF4-FFF2-40B4-BE49-F238E27FC236}">
                <a16:creationId xmlns:a16="http://schemas.microsoft.com/office/drawing/2014/main" id="{BEEF7202-A536-491A-8002-8413FD1D324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577A06EF-CC7E-40CC-A0CB-D69BB1B596A0}"/>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a:endParaRPr/>
          </a:p>
        </p:txBody>
      </p:sp>
      <p:sp>
        <p:nvSpPr>
          <p:cNvPr id="34" name="Google Shape;34;p8">
            <a:extLst xmlns:a="http://schemas.openxmlformats.org/drawingml/2006/main">
              <a:ext uri="{FF2B5EF4-FFF2-40B4-BE49-F238E27FC236}">
                <a16:creationId xmlns:a16="http://schemas.microsoft.com/office/drawing/2014/main" id="{09B13E09-68DF-4793-BE2F-87FA055C77A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D3BE98ED-3B79-4668-9682-1AD3995BB3D6}"/>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7" name="Google Shape;37;p9">
            <a:extLst xmlns:a="http://schemas.openxmlformats.org/drawingml/2006/main">
              <a:ext uri="{FF2B5EF4-FFF2-40B4-BE49-F238E27FC236}">
                <a16:creationId xmlns:a16="http://schemas.microsoft.com/office/drawing/2014/main" id="{AF8F15C3-567D-4181-805C-4270E88C6DB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a:endParaRPr/>
          </a:p>
        </p:txBody>
      </p:sp>
      <p:sp>
        <p:nvSpPr>
          <p:cNvPr id="38" name="Google Shape;38;p9">
            <a:extLst xmlns:a="http://schemas.openxmlformats.org/drawingml/2006/main">
              <a:ext uri="{FF2B5EF4-FFF2-40B4-BE49-F238E27FC236}">
                <a16:creationId xmlns:a16="http://schemas.microsoft.com/office/drawing/2014/main" id="{5341B3A2-4813-4543-B535-0DDE52FC331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39" name="Google Shape;39;p9">
            <a:extLst xmlns:a="http://schemas.openxmlformats.org/drawingml/2006/main">
              <a:ext uri="{FF2B5EF4-FFF2-40B4-BE49-F238E27FC236}">
                <a16:creationId xmlns:a16="http://schemas.microsoft.com/office/drawing/2014/main" id="{064D5B07-4606-4895-AA81-E481BB208C98}"/>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40" name="Google Shape;40;p9">
            <a:extLst xmlns:a="http://schemas.openxmlformats.org/drawingml/2006/main">
              <a:ext uri="{FF2B5EF4-FFF2-40B4-BE49-F238E27FC236}">
                <a16:creationId xmlns:a16="http://schemas.microsoft.com/office/drawing/2014/main" id="{482B4F07-2F9B-447A-9822-EE4ECD5981F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255873D9-A13C-4A2D-91D6-716BE54492D6}"/>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a:endParaRPr/>
          </a:p>
        </p:txBody>
      </p:sp>
      <p:sp>
        <p:nvSpPr>
          <p:cNvPr id="43" name="Google Shape;43;p10">
            <a:extLst xmlns:a="http://schemas.openxmlformats.org/drawingml/2006/main">
              <a:ext uri="{FF2B5EF4-FFF2-40B4-BE49-F238E27FC236}">
                <a16:creationId xmlns:a16="http://schemas.microsoft.com/office/drawing/2014/main" id="{4948D191-67DC-45BB-AD09-597ACC356F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F315B97-DBF5-4FEC-BC11-32A75688A854}"/>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EF44E139-3484-445E-A36A-045D1F27FE71}"/>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a:endParaRPr/>
          </a:p>
        </p:txBody>
      </p:sp>
      <p:sp>
        <p:nvSpPr>
          <p:cNvPr id="47" name="Google Shape;47;p11">
            <a:extLst xmlns:a="http://schemas.openxmlformats.org/drawingml/2006/main">
              <a:ext uri="{FF2B5EF4-FFF2-40B4-BE49-F238E27FC236}">
                <a16:creationId xmlns:a16="http://schemas.microsoft.com/office/drawing/2014/main" id="{BBE989BD-B223-4E9D-A186-F26463347B2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2B4036E0-4F4E-4AA8-A0EA-2CE27DF16F5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52" name="Google Shape;52;p14">
            <a:extLst xmlns:a="http://schemas.openxmlformats.org/drawingml/2006/main">
              <a:ext uri="{FF2B5EF4-FFF2-40B4-BE49-F238E27FC236}">
                <a16:creationId xmlns:a16="http://schemas.microsoft.com/office/drawing/2014/main" id="{17054921-C635-4563-AB6F-4473F471FA86}"/>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9pPr>
          </a:lstStyle>
          <a:p xmlns:a="http://schemas.openxmlformats.org/drawingml/2006/main">
            <a:endParaRPr/>
          </a:p>
        </p:txBody>
      </p:sp>
      <p:sp>
        <p:nvSpPr>
          <p:cNvPr id="53" name="Google Shape;53;p14">
            <a:extLst xmlns:a="http://schemas.openxmlformats.org/drawingml/2006/main">
              <a:ext uri="{FF2B5EF4-FFF2-40B4-BE49-F238E27FC236}">
                <a16:creationId xmlns:a16="http://schemas.microsoft.com/office/drawing/2014/main" id="{B2000844-0AB2-42B3-BE15-CCE482300F74}"/>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9pPr>
          </a:lstStyle>
          <a:p xmlns:a="http://schemas.openxmlformats.org/drawingml/2006/main">
            <a:endParaRPr/>
          </a:p>
        </p:txBody>
      </p:sp>
      <p:pic>
        <p:nvPicPr>
          <p:cNvPr id="54" name="Google Shape;54;p14">
            <a:extLst xmlns:a="http://schemas.openxmlformats.org/drawingml/2006/main">
              <a:ext uri="{FF2B5EF4-FFF2-40B4-BE49-F238E27FC236}">
                <a16:creationId xmlns:a16="http://schemas.microsoft.com/office/drawing/2014/main" id="{4F72D9D3-C93B-45FE-B902-EC04F242990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3f90ee0ad2e473a">
            <a:alphaModFix/>
          </a:blip>
          <a:srcRect xmlns:a="http://schemas.openxmlformats.org/drawingml/2006/main" l="35846" t="2629" r="25951" b="0"/>
          <a:stretch xmlns:a="http://schemas.openxmlformats.org/drawingml/2006/main"/>
        </p:blipFill>
        <p:spPr>
          <a:xfrm xmlns:a="http://schemas.openxmlformats.org/drawingml/2006/main">
            <a:off x="-144000" y="-122975"/>
            <a:ext cx="9445627" cy="5266475"/>
          </a:xfrm>
          <a:prstGeom xmlns:a="http://schemas.openxmlformats.org/drawingml/2006/main" prst="rect">
            <a:avLst/>
          </a:prstGeom>
          <a:ln xmlns:a="http://schemas.openxmlformats.org/drawingml/2006/main">
            <a:noFill/>
          </a:ln>
        </p:spPr>
      </p:pic>
    </p:spTree>
  </p:cSld>
</p:sldLayout>
</file>

<file path=ppt/slideLayouts/slideLayout1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56" name="Google Shape;56;p15">
            <a:extLst xmlns:a="http://schemas.openxmlformats.org/drawingml/2006/main">
              <a:ext uri="{FF2B5EF4-FFF2-40B4-BE49-F238E27FC236}">
                <a16:creationId xmlns:a16="http://schemas.microsoft.com/office/drawing/2014/main" id="{7E35A7E8-FB21-4BED-B459-5C8074601BF0}"/>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9pPr>
          </a:lstStyle>
          <a:p xmlns:a="http://schemas.openxmlformats.org/drawingml/2006/main">
            <a:endParaRPr/>
          </a:p>
        </p:txBody>
      </p:sp>
      <p:sp>
        <p:nvSpPr>
          <p:cNvPr id="57" name="Google Shape;57;p15">
            <a:extLst xmlns:a="http://schemas.openxmlformats.org/drawingml/2006/main">
              <a:ext uri="{FF2B5EF4-FFF2-40B4-BE49-F238E27FC236}">
                <a16:creationId xmlns:a16="http://schemas.microsoft.com/office/drawing/2014/main" id="{BC852371-E1D2-4A3B-81EE-15BF2E022AF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59" name="Google Shape;59;p16">
            <a:extLst xmlns:a="http://schemas.openxmlformats.org/drawingml/2006/main">
              <a:ext uri="{FF2B5EF4-FFF2-40B4-BE49-F238E27FC236}">
                <a16:creationId xmlns:a16="http://schemas.microsoft.com/office/drawing/2014/main" id="{730C4CC7-4ED9-4817-A447-81D561865920}"/>
              </a:ext>
            </a:extLst>
          </p:cNvPr>
          <p:cNvSpPr>
            <a:spLocks xmlns:a="http://schemas.openxmlformats.org/drawingml/2006/main" noGrp="1"/>
          </p:cNvSpPr>
          <p:nvPr>
            <p:ph type="title" idx="0"/>
          </p:nvPr>
        </p:nvSpPr>
        <p:spPr>
          <a:xfrm xmlns:a="http://schemas.openxmlformats.org/drawingml/2006/main">
            <a:off x="3035200" y="170525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0" name="Google Shape;60;p16">
            <a:extLst xmlns:a="http://schemas.openxmlformats.org/drawingml/2006/main">
              <a:ext uri="{FF2B5EF4-FFF2-40B4-BE49-F238E27FC236}">
                <a16:creationId xmlns:a16="http://schemas.microsoft.com/office/drawing/2014/main" id="{73BCC748-AD4D-4A67-926A-71346B4D46B1}"/>
              </a:ext>
            </a:extLst>
          </p:cNvPr>
          <p:cNvSpPr>
            <a:spLocks xmlns:a="http://schemas.openxmlformats.org/drawingml/2006/main" noGrp="1"/>
          </p:cNvSpPr>
          <p:nvPr>
            <p:ph type="body" idx="1"/>
          </p:nvPr>
        </p:nvSpPr>
        <p:spPr>
          <a:xfrm xmlns:a="http://schemas.openxmlformats.org/drawingml/2006/main">
            <a:off x="-1838425" y="-1302250"/>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L="1371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L="1828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L="22860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L="2743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L="3200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L="3657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L="4114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1" name="Google Shape;61;p16">
            <a:extLst xmlns:a="http://schemas.openxmlformats.org/drawingml/2006/main">
              <a:ext uri="{FF2B5EF4-FFF2-40B4-BE49-F238E27FC236}">
                <a16:creationId xmlns:a16="http://schemas.microsoft.com/office/drawing/2014/main" id="{9EB11F95-A241-480B-AE3C-497E81BA611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63" name="Google Shape;63;p17">
            <a:extLst xmlns:a="http://schemas.openxmlformats.org/drawingml/2006/main">
              <a:ext uri="{FF2B5EF4-FFF2-40B4-BE49-F238E27FC236}">
                <a16:creationId xmlns:a16="http://schemas.microsoft.com/office/drawing/2014/main" id="{98DE5B17-FB9A-4FF5-A7B1-DCBDC381E569}"/>
              </a:ext>
            </a:extLst>
          </p:cNvPr>
          <p:cNvSpPr>
            <a:spLocks xmlns:a="http://schemas.openxmlformats.org/drawingml/2006/main" noGrp="1"/>
          </p:cNvSpPr>
          <p:nvPr>
            <p:ph type="title" idx="0"/>
          </p:nvPr>
        </p:nvSpPr>
        <p:spPr>
          <a:xfrm xmlns:a="http://schemas.openxmlformats.org/drawingml/2006/main">
            <a:off x="3035200" y="170525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4" name="Google Shape;64;p17">
            <a:extLst xmlns:a="http://schemas.openxmlformats.org/drawingml/2006/main">
              <a:ext uri="{FF2B5EF4-FFF2-40B4-BE49-F238E27FC236}">
                <a16:creationId xmlns:a16="http://schemas.microsoft.com/office/drawing/2014/main" id="{3403B04B-9BD8-4F7E-A449-DCB906DD70C3}"/>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2pPr>
            <a:lvl3pPr marL="1371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3pPr>
            <a:lvl4pPr marL="1828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4pPr>
            <a:lvl5pPr marL="22860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5pPr>
            <a:lvl6pPr marL="2743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6pPr>
            <a:lvl7pPr marL="3200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7pPr>
            <a:lvl8pPr marL="3657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8pPr>
            <a:lvl9pPr marL="4114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9pPr>
          </a:lstStyle>
          <a:p xmlns:a="http://schemas.openxmlformats.org/drawingml/2006/main">
            <a:endParaRPr/>
          </a:p>
        </p:txBody>
      </p:sp>
      <p:sp>
        <p:nvSpPr>
          <p:cNvPr id="65" name="Google Shape;65;p17">
            <a:extLst xmlns:a="http://schemas.openxmlformats.org/drawingml/2006/main">
              <a:ext uri="{FF2B5EF4-FFF2-40B4-BE49-F238E27FC236}">
                <a16:creationId xmlns:a16="http://schemas.microsoft.com/office/drawing/2014/main" id="{25E3F0D4-0E25-41CB-9721-AA5B09FAEB02}"/>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2pPr>
            <a:lvl3pPr marL="1371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3pPr>
            <a:lvl4pPr marL="1828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4pPr>
            <a:lvl5pPr marL="22860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5pPr>
            <a:lvl6pPr marL="2743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6pPr>
            <a:lvl7pPr marL="3200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7pPr>
            <a:lvl8pPr marL="3657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8pPr>
            <a:lvl9pPr marL="4114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9pPr>
          </a:lstStyle>
          <a:p xmlns:a="http://schemas.openxmlformats.org/drawingml/2006/main">
            <a:endParaRPr/>
          </a:p>
        </p:txBody>
      </p:sp>
      <p:sp>
        <p:nvSpPr>
          <p:cNvPr id="66" name="Google Shape;66;p17">
            <a:extLst xmlns:a="http://schemas.openxmlformats.org/drawingml/2006/main">
              <a:ext uri="{FF2B5EF4-FFF2-40B4-BE49-F238E27FC236}">
                <a16:creationId xmlns:a16="http://schemas.microsoft.com/office/drawing/2014/main" id="{DC2F4D41-1FC6-4AA5-8352-B85A3CEB642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68" name="Google Shape;68;p18">
            <a:extLst xmlns:a="http://schemas.openxmlformats.org/drawingml/2006/main">
              <a:ext uri="{FF2B5EF4-FFF2-40B4-BE49-F238E27FC236}">
                <a16:creationId xmlns:a16="http://schemas.microsoft.com/office/drawing/2014/main" id="{13C1FB03-D1FB-438D-AE08-5E3035CF2D28}"/>
              </a:ext>
            </a:extLst>
          </p:cNvPr>
          <p:cNvSpPr>
            <a:spLocks xmlns:a="http://schemas.openxmlformats.org/drawingml/2006/main" noGrp="1"/>
          </p:cNvSpPr>
          <p:nvPr>
            <p:ph type="title" idx="0"/>
          </p:nvPr>
        </p:nvSpPr>
        <p:spPr>
          <a:xfrm xmlns:a="http://schemas.openxmlformats.org/drawingml/2006/main">
            <a:off x="3035200" y="170525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9" name="Google Shape;69;p18">
            <a:extLst xmlns:a="http://schemas.openxmlformats.org/drawingml/2006/main">
              <a:ext uri="{FF2B5EF4-FFF2-40B4-BE49-F238E27FC236}">
                <a16:creationId xmlns:a16="http://schemas.microsoft.com/office/drawing/2014/main" id="{FFB521C3-F155-4ED7-A7F1-D585F6D451C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71" name="Google Shape;71;p19">
            <a:extLst xmlns:a="http://schemas.openxmlformats.org/drawingml/2006/main">
              <a:ext uri="{FF2B5EF4-FFF2-40B4-BE49-F238E27FC236}">
                <a16:creationId xmlns:a16="http://schemas.microsoft.com/office/drawing/2014/main" id="{C3574CE6-DBA8-4261-9C27-47E66F65EF5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9pPr>
          </a:lstStyle>
          <a:p xmlns:a="http://schemas.openxmlformats.org/drawingml/2006/main">
            <a:endParaRPr/>
          </a:p>
        </p:txBody>
      </p:sp>
      <p:sp>
        <p:nvSpPr>
          <p:cNvPr id="72" name="Google Shape;72;p19">
            <a:extLst xmlns:a="http://schemas.openxmlformats.org/drawingml/2006/main">
              <a:ext uri="{FF2B5EF4-FFF2-40B4-BE49-F238E27FC236}">
                <a16:creationId xmlns:a16="http://schemas.microsoft.com/office/drawing/2014/main" id="{5940B26A-567D-40C7-824E-03FE9C68D9CC}"/>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1pPr>
            <a:lvl2pPr marL="914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2pPr>
            <a:lvl3pPr marL="1371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3pPr>
            <a:lvl4pPr marL="1828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4pPr>
            <a:lvl5pPr marL="22860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5pPr>
            <a:lvl6pPr marL="2743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6pPr>
            <a:lvl7pPr marL="3200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7pPr>
            <a:lvl8pPr marL="3657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8pPr>
            <a:lvl9pPr marL="4114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9pPr>
          </a:lstStyle>
          <a:p xmlns:a="http://schemas.openxmlformats.org/drawingml/2006/main">
            <a:endParaRPr/>
          </a:p>
        </p:txBody>
      </p:sp>
      <p:sp>
        <p:nvSpPr>
          <p:cNvPr id="73" name="Google Shape;73;p19">
            <a:extLst xmlns:a="http://schemas.openxmlformats.org/drawingml/2006/main">
              <a:ext uri="{FF2B5EF4-FFF2-40B4-BE49-F238E27FC236}">
                <a16:creationId xmlns:a16="http://schemas.microsoft.com/office/drawing/2014/main" id="{C97A2813-A325-47D3-8F14-EC7D0E7A203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75" name="Google Shape;75;p20">
            <a:extLst xmlns:a="http://schemas.openxmlformats.org/drawingml/2006/main">
              <a:ext uri="{FF2B5EF4-FFF2-40B4-BE49-F238E27FC236}">
                <a16:creationId xmlns:a16="http://schemas.microsoft.com/office/drawing/2014/main" id="{80709E1C-F4DE-4382-8627-E634E606EE71}"/>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9pPr>
          </a:lstStyle>
          <a:p xmlns:a="http://schemas.openxmlformats.org/drawingml/2006/main">
            <a:endParaRPr/>
          </a:p>
        </p:txBody>
      </p:sp>
      <p:sp>
        <p:nvSpPr>
          <p:cNvPr id="76" name="Google Shape;76;p20">
            <a:extLst xmlns:a="http://schemas.openxmlformats.org/drawingml/2006/main">
              <a:ext uri="{FF2B5EF4-FFF2-40B4-BE49-F238E27FC236}">
                <a16:creationId xmlns:a16="http://schemas.microsoft.com/office/drawing/2014/main" id="{811ADC38-9530-453C-86C4-C63498F5362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78" name="Google Shape;78;p21">
            <a:extLst xmlns:a="http://schemas.openxmlformats.org/drawingml/2006/main">
              <a:ext uri="{FF2B5EF4-FFF2-40B4-BE49-F238E27FC236}">
                <a16:creationId xmlns:a16="http://schemas.microsoft.com/office/drawing/2014/main" id="{E11AE562-4BCD-4D76-B25E-FA2D357A6F98}"/>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79" name="Google Shape;79;p21">
            <a:extLst xmlns:a="http://schemas.openxmlformats.org/drawingml/2006/main">
              <a:ext uri="{FF2B5EF4-FFF2-40B4-BE49-F238E27FC236}">
                <a16:creationId xmlns:a16="http://schemas.microsoft.com/office/drawing/2014/main" id="{B28A9564-885C-4059-8B3E-13C41DDFC27B}"/>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9pPr>
          </a:lstStyle>
          <a:p xmlns:a="http://schemas.openxmlformats.org/drawingml/2006/main">
            <a:endParaRPr/>
          </a:p>
        </p:txBody>
      </p:sp>
      <p:sp>
        <p:nvSpPr>
          <p:cNvPr id="80" name="Google Shape;80;p21">
            <a:extLst xmlns:a="http://schemas.openxmlformats.org/drawingml/2006/main">
              <a:ext uri="{FF2B5EF4-FFF2-40B4-BE49-F238E27FC236}">
                <a16:creationId xmlns:a16="http://schemas.microsoft.com/office/drawing/2014/main" id="{97A94734-40F6-4463-8217-B0AB4DE9E585}"/>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9pPr>
          </a:lstStyle>
          <a:p xmlns:a="http://schemas.openxmlformats.org/drawingml/2006/main">
            <a:endParaRPr/>
          </a:p>
        </p:txBody>
      </p:sp>
      <p:sp>
        <p:nvSpPr>
          <p:cNvPr id="81" name="Google Shape;81;p21">
            <a:extLst xmlns:a="http://schemas.openxmlformats.org/drawingml/2006/main">
              <a:ext uri="{FF2B5EF4-FFF2-40B4-BE49-F238E27FC236}">
                <a16:creationId xmlns:a16="http://schemas.microsoft.com/office/drawing/2014/main" id="{437E94F6-C05C-41CD-A886-0ADDB9F8A84B}"/>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L="1371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L="1828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L="22860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L="2743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L="3200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L="3657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L="4114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82" name="Google Shape;82;p21">
            <a:extLst xmlns:a="http://schemas.openxmlformats.org/drawingml/2006/main">
              <a:ext uri="{FF2B5EF4-FFF2-40B4-BE49-F238E27FC236}">
                <a16:creationId xmlns:a16="http://schemas.microsoft.com/office/drawing/2014/main" id="{D6481F44-6530-425E-BD17-A688DF7C6A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84" name="Google Shape;84;p22">
            <a:extLst xmlns:a="http://schemas.openxmlformats.org/drawingml/2006/main">
              <a:ext uri="{FF2B5EF4-FFF2-40B4-BE49-F238E27FC236}">
                <a16:creationId xmlns:a16="http://schemas.microsoft.com/office/drawing/2014/main" id="{1CDA8682-2950-4F1D-9714-B6ECB411DA43}"/>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stStyle>
          <a:p xmlns:a="http://schemas.openxmlformats.org/drawingml/2006/main">
            <a:endParaRPr/>
          </a:p>
        </p:txBody>
      </p:sp>
      <p:sp>
        <p:nvSpPr>
          <p:cNvPr id="85" name="Google Shape;85;p22">
            <a:extLst xmlns:a="http://schemas.openxmlformats.org/drawingml/2006/main">
              <a:ext uri="{FF2B5EF4-FFF2-40B4-BE49-F238E27FC236}">
                <a16:creationId xmlns:a16="http://schemas.microsoft.com/office/drawing/2014/main" id="{5F0E36F7-BDEC-414C-95D0-A9FE4DB6653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87" name="Google Shape;87;p23">
            <a:extLst xmlns:a="http://schemas.openxmlformats.org/drawingml/2006/main">
              <a:ext uri="{FF2B5EF4-FFF2-40B4-BE49-F238E27FC236}">
                <a16:creationId xmlns:a16="http://schemas.microsoft.com/office/drawing/2014/main" id="{3E8EDE97-FAE5-4E5A-B931-943760469A02}"/>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9pPr>
          </a:lstStyle>
          <a:p xmlns:a="http://schemas.openxmlformats.org/drawingml/2006/main">
            <a:r>
              <a:t>xx%</a:t>
            </a:r>
          </a:p>
        </p:txBody>
      </p:sp>
      <p:sp>
        <p:nvSpPr>
          <p:cNvPr id="88" name="Google Shape;88;p23">
            <a:extLst xmlns:a="http://schemas.openxmlformats.org/drawingml/2006/main">
              <a:ext uri="{FF2B5EF4-FFF2-40B4-BE49-F238E27FC236}">
                <a16:creationId xmlns:a16="http://schemas.microsoft.com/office/drawing/2014/main" id="{FBE804A1-EC0E-462D-8AA8-5ACC263DB990}"/>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L="13716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L="18288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L="22860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L="27432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L="32004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L="36576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L="41148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89" name="Google Shape;89;p23">
            <a:extLst xmlns:a="http://schemas.openxmlformats.org/drawingml/2006/main">
              <a:ext uri="{FF2B5EF4-FFF2-40B4-BE49-F238E27FC236}">
                <a16:creationId xmlns:a16="http://schemas.microsoft.com/office/drawing/2014/main" id="{B64161BB-0B18-489B-B5A0-A23D1E2F96C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91" name="Google Shape;91;p24">
            <a:extLst xmlns:a="http://schemas.openxmlformats.org/drawingml/2006/main">
              <a:ext uri="{FF2B5EF4-FFF2-40B4-BE49-F238E27FC236}">
                <a16:creationId xmlns:a16="http://schemas.microsoft.com/office/drawing/2014/main" id="{DC7EFFC4-ACDC-4742-9A36-ADA1F39D23E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c1ade95fa04ac9" /><Relationship Type="http://schemas.openxmlformats.org/officeDocument/2006/relationships/slideLayout" Target="/ppt/slideLayouts/slideLayout1.xml" Id="R4b27cd1d8d0b40e8" /><Relationship Type="http://schemas.openxmlformats.org/officeDocument/2006/relationships/slideLayout" Target="/ppt/slideLayouts/slideLayout2.xml" Id="R1f9ee87dd9e04d4f" /><Relationship Type="http://schemas.openxmlformats.org/officeDocument/2006/relationships/slideLayout" Target="/ppt/slideLayouts/slideLayout3.xml" Id="Rf72db85aef8540d7" /><Relationship Type="http://schemas.openxmlformats.org/officeDocument/2006/relationships/slideLayout" Target="/ppt/slideLayouts/slideLayout4.xml" Id="R0f8a229741824d48" /><Relationship Type="http://schemas.openxmlformats.org/officeDocument/2006/relationships/slideLayout" Target="/ppt/slideLayouts/slideLayout5.xml" Id="R79047f59344a4446" /><Relationship Type="http://schemas.openxmlformats.org/officeDocument/2006/relationships/slideLayout" Target="/ppt/slideLayouts/slideLayout6.xml" Id="R2ca1a1c632934f8f" /><Relationship Type="http://schemas.openxmlformats.org/officeDocument/2006/relationships/slideLayout" Target="/ppt/slideLayouts/slideLayout7.xml" Id="R8d2493230082464a" /><Relationship Type="http://schemas.openxmlformats.org/officeDocument/2006/relationships/slideLayout" Target="/ppt/slideLayouts/slideLayout8.xml" Id="Rf4969e108d05426f" /><Relationship Type="http://schemas.openxmlformats.org/officeDocument/2006/relationships/slideLayout" Target="/ppt/slideLayouts/slideLayout9.xml" Id="R7c7002c1b91d421c" /><Relationship Type="http://schemas.openxmlformats.org/officeDocument/2006/relationships/slideLayout" Target="/ppt/slideLayouts/slideLayout10.xml" Id="Rc513083fc9ae4ed8" /><Relationship Type="http://schemas.openxmlformats.org/officeDocument/2006/relationships/slideLayout" Target="/ppt/slideLayouts/slideLayout11.xml" Id="Re657a7d50c9e4b1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a1b3d015125402f" /><Relationship Type="http://schemas.openxmlformats.org/officeDocument/2006/relationships/slideLayout" Target="/ppt/slideLayouts/slideLayout12.xml" Id="Rcd977c21aa9f48f5" /><Relationship Type="http://schemas.openxmlformats.org/officeDocument/2006/relationships/slideLayout" Target="/ppt/slideLayouts/slideLayout13.xml" Id="Rb21710c3b9804cb0" /><Relationship Type="http://schemas.openxmlformats.org/officeDocument/2006/relationships/slideLayout" Target="/ppt/slideLayouts/slideLayout14.xml" Id="Reabe746496b941a9" /><Relationship Type="http://schemas.openxmlformats.org/officeDocument/2006/relationships/slideLayout" Target="/ppt/slideLayouts/slideLayout15.xml" Id="R0b9c63d558e146c6" /><Relationship Type="http://schemas.openxmlformats.org/officeDocument/2006/relationships/slideLayout" Target="/ppt/slideLayouts/slideLayout16.xml" Id="Rcdd6773019ec4718" /><Relationship Type="http://schemas.openxmlformats.org/officeDocument/2006/relationships/slideLayout" Target="/ppt/slideLayouts/slideLayout17.xml" Id="R275a021f81af45f7" /><Relationship Type="http://schemas.openxmlformats.org/officeDocument/2006/relationships/slideLayout" Target="/ppt/slideLayouts/slideLayout18.xml" Id="Rd0dcecb786fd41f2" /><Relationship Type="http://schemas.openxmlformats.org/officeDocument/2006/relationships/slideLayout" Target="/ppt/slideLayouts/slideLayout19.xml" Id="R901189aed6c84d57" /><Relationship Type="http://schemas.openxmlformats.org/officeDocument/2006/relationships/slideLayout" Target="/ppt/slideLayouts/slideLayout20.xml" Id="Ref11301a6a5443ef" /><Relationship Type="http://schemas.openxmlformats.org/officeDocument/2006/relationships/slideLayout" Target="/ppt/slideLayouts/slideLayout21.xml" Id="R67cc97be89dd4885" /><Relationship Type="http://schemas.openxmlformats.org/officeDocument/2006/relationships/slideLayout" Target="/ppt/slideLayouts/slideLayout22.xml" Id="Rb947ffddc9f24043"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8AD98DE5-FB4A-4742-91E5-CD93D700ACE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a:endParaRPr/>
          </a:p>
        </p:txBody>
      </p:sp>
      <p:sp>
        <p:nvSpPr>
          <p:cNvPr id="7" name="Google Shape;7;p1">
            <a:extLst xmlns:a="http://schemas.openxmlformats.org/drawingml/2006/main">
              <a:ext uri="{FF2B5EF4-FFF2-40B4-BE49-F238E27FC236}">
                <a16:creationId xmlns:a16="http://schemas.microsoft.com/office/drawing/2014/main" id="{5A91ED30-EBF5-4328-BC95-15941F3EF99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a:endParaRPr/>
          </a:p>
        </p:txBody>
      </p:sp>
      <p:sp>
        <p:nvSpPr>
          <p:cNvPr id="8" name="Google Shape;8;p1">
            <a:extLst xmlns:a="http://schemas.openxmlformats.org/drawingml/2006/main">
              <a:ext uri="{FF2B5EF4-FFF2-40B4-BE49-F238E27FC236}">
                <a16:creationId xmlns:a16="http://schemas.microsoft.com/office/drawing/2014/main" id="{6B2162E3-FF86-447F-877F-3103B43AB10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b27cd1d8d0b40e8"/>
    <p:sldLayoutId xmlns:r="http://schemas.openxmlformats.org/officeDocument/2006/relationships" id="2147483650" r:id="R1f9ee87dd9e04d4f"/>
    <p:sldLayoutId xmlns:r="http://schemas.openxmlformats.org/officeDocument/2006/relationships" id="2147483651" r:id="Rf72db85aef8540d7"/>
    <p:sldLayoutId xmlns:r="http://schemas.openxmlformats.org/officeDocument/2006/relationships" id="2147483652" r:id="R0f8a229741824d48"/>
    <p:sldLayoutId xmlns:r="http://schemas.openxmlformats.org/officeDocument/2006/relationships" id="2147483653" r:id="R79047f59344a4446"/>
    <p:sldLayoutId xmlns:r="http://schemas.openxmlformats.org/officeDocument/2006/relationships" id="2147483654" r:id="R2ca1a1c632934f8f"/>
    <p:sldLayoutId xmlns:r="http://schemas.openxmlformats.org/officeDocument/2006/relationships" id="2147483655" r:id="R8d2493230082464a"/>
    <p:sldLayoutId xmlns:r="http://schemas.openxmlformats.org/officeDocument/2006/relationships" id="2147483656" r:id="Rf4969e108d05426f"/>
    <p:sldLayoutId xmlns:r="http://schemas.openxmlformats.org/officeDocument/2006/relationships" id="2147483657" r:id="R7c7002c1b91d421c"/>
    <p:sldLayoutId xmlns:r="http://schemas.openxmlformats.org/officeDocument/2006/relationships" id="2147483658" r:id="Rc513083fc9ae4ed8"/>
    <p:sldLayoutId xmlns:r="http://schemas.openxmlformats.org/officeDocument/2006/relationships" id="2147483659" r:id="Re657a7d50c9e4b1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solidFill xmlns:a="http://schemas.openxmlformats.org/drawingml/2006/main">
          <a:srgbClr val="F6E7DC"/>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cd977c21aa9f48f5"/>
    <p:sldLayoutId xmlns:r="http://schemas.openxmlformats.org/officeDocument/2006/relationships" id="2147483662" r:id="Rb21710c3b9804cb0"/>
    <p:sldLayoutId xmlns:r="http://schemas.openxmlformats.org/officeDocument/2006/relationships" id="2147483663" r:id="Reabe746496b941a9"/>
    <p:sldLayoutId xmlns:r="http://schemas.openxmlformats.org/officeDocument/2006/relationships" id="2147483664" r:id="R0b9c63d558e146c6"/>
    <p:sldLayoutId xmlns:r="http://schemas.openxmlformats.org/officeDocument/2006/relationships" id="2147483665" r:id="Rcdd6773019ec4718"/>
    <p:sldLayoutId xmlns:r="http://schemas.openxmlformats.org/officeDocument/2006/relationships" id="2147483666" r:id="R275a021f81af45f7"/>
    <p:sldLayoutId xmlns:r="http://schemas.openxmlformats.org/officeDocument/2006/relationships" id="2147483667" r:id="Rd0dcecb786fd41f2"/>
    <p:sldLayoutId xmlns:r="http://schemas.openxmlformats.org/officeDocument/2006/relationships" id="2147483668" r:id="R901189aed6c84d57"/>
    <p:sldLayoutId xmlns:r="http://schemas.openxmlformats.org/officeDocument/2006/relationships" id="2147483669" r:id="Ref11301a6a5443ef"/>
    <p:sldLayoutId xmlns:r="http://schemas.openxmlformats.org/officeDocument/2006/relationships" id="2147483670" r:id="R67cc97be89dd4885"/>
    <p:sldLayoutId xmlns:r="http://schemas.openxmlformats.org/officeDocument/2006/relationships" id="2147483671" r:id="Rb947ffddc9f2404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87e6d23a75b74503" /><Relationship Type="http://schemas.openxmlformats.org/officeDocument/2006/relationships/image" Target="/ppt/media/image2.png" Id="R92d17aa2649f4a32" /><Relationship Type="http://schemas.openxmlformats.org/officeDocument/2006/relationships/image" Target="/ppt/media/image3.png" Id="R6181cfbe04444085" /><Relationship Type="http://schemas.openxmlformats.org/officeDocument/2006/relationships/image" Target="/ppt/media/image4.png" Id="R3e5f66c2de964b7b" /><Relationship Type="http://schemas.openxmlformats.org/officeDocument/2006/relationships/image" Target="/ppt/media/image5.png" Id="Ra9319b3bcb6c4cad" /><Relationship Type="http://schemas.openxmlformats.org/officeDocument/2006/relationships/image" Target="/ppt/media/image6.png" Id="R991a216a92c64e12" /><Relationship Type="http://schemas.openxmlformats.org/officeDocument/2006/relationships/notesSlide" Target="/ppt/notesSlides/notesSlide1.xml" Id="R7456f02bbfac49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fdf8843e74ed4e7f" /><Relationship Type="http://schemas.openxmlformats.org/officeDocument/2006/relationships/image" Target="/ppt/media/image7.png" Id="R993615640e4441ee" /><Relationship Type="http://schemas.openxmlformats.org/officeDocument/2006/relationships/image" Target="/ppt/media/image8.png" Id="R866de9f4e7e24155" /><Relationship Type="http://schemas.openxmlformats.org/officeDocument/2006/relationships/image" Target="/ppt/media/image.jpeg" Id="Rdef32c64ea7c4c46" /><Relationship Type="http://schemas.openxmlformats.org/officeDocument/2006/relationships/image" Target="/ppt/media/image2.jpeg" Id="Rd247d2ace7b3483f" /><Relationship Type="http://schemas.openxmlformats.org/officeDocument/2006/relationships/image" Target="/ppt/media/image3.jpeg" Id="R838271d52f4e4292" /><Relationship Type="http://schemas.openxmlformats.org/officeDocument/2006/relationships/image" Target="/ppt/media/image4.jpeg" Id="Rdbd64eb5f0a94e1e" /><Relationship Type="http://schemas.openxmlformats.org/officeDocument/2006/relationships/image" Target="/ppt/media/image9.png" Id="R333efd367fb04861" /><Relationship Type="http://schemas.openxmlformats.org/officeDocument/2006/relationships/notesSlide" Target="/ppt/notesSlides/notesSlide2.xml" Id="R9c916b62bdc345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602db51071074dcd" /><Relationship Type="http://schemas.openxmlformats.org/officeDocument/2006/relationships/image" Target="/ppt/media/image7.png" Id="Rfbad3f4c93154056" /><Relationship Type="http://schemas.openxmlformats.org/officeDocument/2006/relationships/image" Target="/ppt/media/image10.png" Id="Redab8688e2b24e9e" /><Relationship Type="http://schemas.openxmlformats.org/officeDocument/2006/relationships/notesSlide" Target="/ppt/notesSlides/notesSlide3.xml" Id="Rf6166140baeb4b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8c438094f5dd47f0" /><Relationship Type="http://schemas.openxmlformats.org/officeDocument/2006/relationships/image" Target="/ppt/media/image7.png" Id="R8790bad17d154b7b" /><Relationship Type="http://schemas.openxmlformats.org/officeDocument/2006/relationships/image" Target="/ppt/media/image11.png" Id="R4ae5f78e8084458e" /><Relationship Type="http://schemas.openxmlformats.org/officeDocument/2006/relationships/image" Target="/ppt/media/image12.png" Id="Rec905e9a5e5549d6" /><Relationship Type="http://schemas.openxmlformats.org/officeDocument/2006/relationships/image" Target="/ppt/media/image13.png" Id="R1c1224ef6d4a4450" /><Relationship Type="http://schemas.openxmlformats.org/officeDocument/2006/relationships/image" Target="/ppt/media/image14.png" Id="R7f3f47d9338844ac" /><Relationship Type="http://schemas.openxmlformats.org/officeDocument/2006/relationships/image" Target="/ppt/media/image15.png" Id="R158e3cd8d4d849f0" /><Relationship Type="http://schemas.openxmlformats.org/officeDocument/2006/relationships/notesSlide" Target="/ppt/notesSlides/notesSlide4.xml" Id="Re77d58613db44d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ea755ff4237f4297" /><Relationship Type="http://schemas.openxmlformats.org/officeDocument/2006/relationships/image" Target="/ppt/media/image7.png" Id="Ra8f9de05652048b1" /><Relationship Type="http://schemas.openxmlformats.org/officeDocument/2006/relationships/image" Target="/ppt/media/image16.png" Id="Reef34512f0b34bc8" /><Relationship Type="http://schemas.openxmlformats.org/officeDocument/2006/relationships/image" Target="/ppt/media/image17.png" Id="R717be2db16714f0e" /><Relationship Type="http://schemas.openxmlformats.org/officeDocument/2006/relationships/notesSlide" Target="/ppt/notesSlides/notesSlide5.xml" Id="R253f27ea041d45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1d12ac1ead8f4dcb" /><Relationship Type="http://schemas.openxmlformats.org/officeDocument/2006/relationships/image" Target="/ppt/media/image7.png" Id="R9f8edff15189409e" /><Relationship Type="http://schemas.openxmlformats.org/officeDocument/2006/relationships/image" Target="/ppt/media/image11.png" Id="Ra72243a20f5c4d29" /><Relationship Type="http://schemas.openxmlformats.org/officeDocument/2006/relationships/image" Target="/ppt/media/image12.png" Id="R58c154006bb141c7" /><Relationship Type="http://schemas.openxmlformats.org/officeDocument/2006/relationships/image" Target="/ppt/media/image18.png" Id="R811085ab296142c0" /><Relationship Type="http://schemas.openxmlformats.org/officeDocument/2006/relationships/notesSlide" Target="/ppt/notesSlides/notesSlide6.xml" Id="Rdf0296adba0541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4a20aa2817f54d36" /><Relationship Type="http://schemas.openxmlformats.org/officeDocument/2006/relationships/image" Target="/ppt/media/image7.png" Id="Re9ed532aedac4703" /><Relationship Type="http://schemas.openxmlformats.org/officeDocument/2006/relationships/image" Target="/ppt/media/image5.jpeg" Id="Radfc1ef26a9f402d" /><Relationship Type="http://schemas.openxmlformats.org/officeDocument/2006/relationships/image" Target="/ppt/media/image19.png" Id="R13823ab0a5f14e13" /><Relationship Type="http://schemas.openxmlformats.org/officeDocument/2006/relationships/image" Target="/ppt/media/image20.png" Id="Rb9a3edc5d8ec41b5" /><Relationship Type="http://schemas.openxmlformats.org/officeDocument/2006/relationships/notesSlide" Target="/ppt/notesSlides/notesSlide7.xml" Id="R24b88f26b2dd4e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1f1b3f0d7cfe425c" /><Relationship Type="http://schemas.openxmlformats.org/officeDocument/2006/relationships/image" Target="/ppt/media/image7.png" Id="Rb00d910e01344688" /><Relationship Type="http://schemas.openxmlformats.org/officeDocument/2006/relationships/image" Target="/ppt/media/image6.jpeg" Id="Rad04f55c3ea946cf" /><Relationship Type="http://schemas.openxmlformats.org/officeDocument/2006/relationships/image" Target="/ppt/media/image21.png" Id="R099c768a788b4745" /><Relationship Type="http://schemas.openxmlformats.org/officeDocument/2006/relationships/image" Target="/ppt/media/image22.png" Id="R40fce2d1332e4ebb" /><Relationship Type="http://schemas.openxmlformats.org/officeDocument/2006/relationships/notesSlide" Target="/ppt/notesSlides/notesSlide8.xml" Id="R4a35e8ff637947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a327e32258704f7b" /><Relationship Type="http://schemas.openxmlformats.org/officeDocument/2006/relationships/image" Target="/ppt/media/image7.png" Id="Rb59ba60880874459" /><Relationship Type="http://schemas.openxmlformats.org/officeDocument/2006/relationships/image" Target="/ppt/media/image7.jpeg" Id="Rf9957a33d8b745e1" /><Relationship Type="http://schemas.openxmlformats.org/officeDocument/2006/relationships/image" Target="/ppt/media/image23.png" Id="R163a8f7e4fb94055" /><Relationship Type="http://schemas.openxmlformats.org/officeDocument/2006/relationships/notesSlide" Target="/ppt/notesSlides/notesSlide9.xml" Id="Re75c80d5a68c4d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5f8cfc74974c479d" /><Relationship Type="http://schemas.openxmlformats.org/officeDocument/2006/relationships/image" Target="/ppt/media/image7.png" Id="R1301a73797524c65" /><Relationship Type="http://schemas.openxmlformats.org/officeDocument/2006/relationships/image" Target="/ppt/media/image7.jpeg" Id="Rd31af90a43ab439c" /><Relationship Type="http://schemas.openxmlformats.org/officeDocument/2006/relationships/image" Target="/ppt/media/image24.png" Id="R8d15f32ff54c48c8" /><Relationship Type="http://schemas.openxmlformats.org/officeDocument/2006/relationships/notesSlide" Target="/ppt/notesSlides/notesSlide10.xml" Id="R487e2ce4540043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eeaec73e30bc4ad1" /><Relationship Type="http://schemas.openxmlformats.org/officeDocument/2006/relationships/image" Target="/ppt/media/image7.png" Id="R0ffc315b51fb4f79" /><Relationship Type="http://schemas.openxmlformats.org/officeDocument/2006/relationships/image" Target="/ppt/media/image25.png" Id="R2b80b29e9c0643fd" /><Relationship Type="http://schemas.openxmlformats.org/officeDocument/2006/relationships/notesSlide" Target="/ppt/notesSlides/notesSlide11.xml" Id="Rf009332d5f974d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659c35fd0c3043fe" /><Relationship Type="http://schemas.openxmlformats.org/officeDocument/2006/relationships/image" Target="/ppt/media/image7.png" Id="R25b1e4e61dde41ec" /><Relationship Type="http://schemas.openxmlformats.org/officeDocument/2006/relationships/image" Target="/ppt/media/image8.jpeg" Id="R29edeebe18734386" /><Relationship Type="http://schemas.openxmlformats.org/officeDocument/2006/relationships/image" Target="/ppt/media/image26.png" Id="R2d6ecbe41e954709" /><Relationship Type="http://schemas.openxmlformats.org/officeDocument/2006/relationships/notesSlide" Target="/ppt/notesSlides/notesSlide12.xml" Id="R8f0aca72a96e44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3665f98b7f844247" /><Relationship Type="http://schemas.openxmlformats.org/officeDocument/2006/relationships/image" Target="/ppt/media/image7.png" Id="R3ee83046ef694ae5" /><Relationship Type="http://schemas.openxmlformats.org/officeDocument/2006/relationships/image" Target="/ppt/media/image27.png" Id="R6ac836764ead434e" /><Relationship Type="http://schemas.openxmlformats.org/officeDocument/2006/relationships/image" Target="/ppt/media/image28.png" Id="Rd892eb71846a46d6" /><Relationship Type="http://schemas.openxmlformats.org/officeDocument/2006/relationships/notesSlide" Target="/ppt/notesSlides/notesSlide13.xml" Id="R5cf0a40eb6724e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bf94b176d83a4ae4" /><Relationship Type="http://schemas.openxmlformats.org/officeDocument/2006/relationships/image" Target="/ppt/media/image2.png" Id="Re36f85d66c1a41b3" /><Relationship Type="http://schemas.openxmlformats.org/officeDocument/2006/relationships/image" Target="/ppt/media/image3.png" Id="R4fb51eb2e66349e4" /><Relationship Type="http://schemas.openxmlformats.org/officeDocument/2006/relationships/image" Target="/ppt/media/image4.png" Id="R76c5f6d45edb4bb8" /><Relationship Type="http://schemas.openxmlformats.org/officeDocument/2006/relationships/image" Target="/ppt/media/image5.png" Id="R0b642bd6d5204431" /><Relationship Type="http://schemas.openxmlformats.org/officeDocument/2006/relationships/image" Target="/ppt/media/image29.png" Id="Rfbdd492de2e4448a" /><Relationship Type="http://schemas.openxmlformats.org/officeDocument/2006/relationships/notesSlide" Target="/ppt/notesSlides/notesSlide14.xml" Id="Rde3d24dfa3244f54" /></Relationships>
</file>

<file path=ppt/slides/slide1.xml><?xml version="1.0" encoding="utf-8"?>
<p:sld xmlns:p="http://schemas.openxmlformats.org/presentationml/2006/main">
  <p:cSld>
    <p:bg>
      <p:bgPr>
        <a:blipFill xmlns:a="http://schemas.openxmlformats.org/drawingml/2006/main">
          <a:blip xmlns:r="http://schemas.openxmlformats.org/officeDocument/2006/relationships" r:embed="R92d17aa2649f4a32">
            <a:alphaModFix/>
          </a:blip>
          <a:stretch>
            <a:fillRect l="0" t="0" r="0" b="0"/>
          </a:stretch>
        </a:blipFill>
      </p:bgPr>
    </p:bg>
    <p:spTree>
      <p:nvGrpSpPr>
        <p:cNvPr id="1" name=""/>
        <p:cNvGrpSpPr/>
        <p:nvPr/>
      </p:nvGrpSpPr>
      <p:grpSpPr>
        <a:xfrm xmlns:a="http://schemas.openxmlformats.org/drawingml/2006/main"/>
      </p:grpSpPr>
      <p:sp>
        <p:nvSpPr>
          <p:cNvPr id="96" name="Google Shape;96;p25">
            <a:extLst xmlns:a="http://schemas.openxmlformats.org/drawingml/2006/main">
              <a:ext uri="{FF2B5EF4-FFF2-40B4-BE49-F238E27FC236}">
                <a16:creationId xmlns:a16="http://schemas.microsoft.com/office/drawing/2014/main" id="{109A71F9-9DB2-4526-AABD-59E163FC0F18}"/>
              </a:ext>
            </a:extLst>
          </p:cNvPr>
          <p:cNvSpPr>
            <a:spLocks xmlns:a="http://schemas.openxmlformats.org/drawingml/2006/main" noGrp="1"/>
          </p:cNvSpPr>
          <p:nvPr/>
        </p:nvSpPr>
        <p:spPr>
          <a:xfrm xmlns:a="http://schemas.openxmlformats.org/drawingml/2006/main">
            <a:off x="857250" y="3105150"/>
            <a:ext cx="7429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3225" b="1">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0"/>
              </a:spcAft>
              <a:buClr>
                <a:srgbClr val="000000"/>
              </a:buClr>
              <a:buSzPts val="3220"/>
              <a:buFont typeface="Arial"/>
              <a:buNone/>
              <a:defRPr sz="3225" b="1">
                <a:solidFill>
                  <a:srgbClr val="FFFFFF"/>
                </a:solidFill>
                <a:latin typeface="IBM Plex Sans Arabic"/>
                <a:ea typeface="IBM Plex Sans Arabic"/>
                <a:cs typeface="IBM Plex Sans Arabic"/>
              </a:defRPr>
            </a:pPr>
            <a:r>
              <a:rPr sz="3225" b="1" lang="ar-SA">
                <a:solidFill>
                  <a:srgbClr val="FFFFFF"/>
                </a:solidFill>
                <a:latin typeface="IBM Plex Sans Arabic"/>
                <a:ea typeface="IBM Plex Sans Arabic"/>
                <a:cs typeface="IBM Plex Sans Arabic"/>
              </a:rPr>
              <a:t>أنبت 2.0</a:t>
            </a:r>
            <a:endParaRPr sz="3220" b="1" i="0" strike="noStrike" cap="none">
              <a:solidFill>
                <a:schemeClr val="lt1"/>
              </a:solidFill>
              <a:latin typeface="IBM Plex Sans Arabic"/>
              <a:ea typeface="IBM Plex Sans Arabic"/>
              <a:cs typeface="IBM Plex Sans Arabic"/>
            </a:endParaRPr>
          </a:p>
        </p:txBody>
      </p:sp>
      <p:sp>
        <p:nvSpPr>
          <p:cNvPr id="97" name="Google Shape;97;p25">
            <a:extLst xmlns:a="http://schemas.openxmlformats.org/drawingml/2006/main">
              <a:ext uri="{FF2B5EF4-FFF2-40B4-BE49-F238E27FC236}">
                <a16:creationId xmlns:a16="http://schemas.microsoft.com/office/drawing/2014/main" id="{AE8704D4-B9D6-49E8-86CE-39A8329F5890}"/>
              </a:ext>
            </a:extLst>
          </p:cNvPr>
          <p:cNvSpPr>
            <a:spLocks xmlns:a="http://schemas.openxmlformats.org/drawingml/2006/main" noGrp="1"/>
          </p:cNvSpPr>
          <p:nvPr/>
        </p:nvSpPr>
        <p:spPr>
          <a:xfrm xmlns:a="http://schemas.openxmlformats.org/drawingml/2006/main">
            <a:off x="857250" y="3724275"/>
            <a:ext cx="7429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875" b="0">
                <a:solidFill>
                  <a:srgbClr val="FFFFFF"/>
                </a:solidFill>
                <a:latin typeface="IBM Plex Sans Arabic"/>
                <a:ea typeface="IBM Plex Sans Arabic"/>
                <a:cs typeface="IBM Plex Sans Arabic"/>
              </a:defRPr>
            </a:defPPr>
          </a:lstStyle>
          <a:p xmlns:a="http://schemas.openxmlformats.org/drawingml/2006/main">
            <a:pPr algn="ctr" rtl="1">
              <a:lnSpc>
                <a:spcPct val="115000"/>
              </a:lnSpc>
              <a:buSzPts val="2800"/>
              <a:buNone/>
              <a:defRPr sz="1875" b="0">
                <a:solidFill>
                  <a:srgbClr val="FFFFFF"/>
                </a:solidFill>
                <a:latin typeface="IBM Plex Sans Arabic"/>
                <a:ea typeface="IBM Plex Sans Arabic"/>
                <a:cs typeface="IBM Plex Sans Arabic"/>
              </a:defRPr>
            </a:pPr>
            <a:r>
              <a:rPr sz="1875" b="0" i="0" u="none" strike="noStrike" cap="none" lang="ar-SA">
                <a:solidFill>
                  <a:srgbClr val="FFFFFF"/>
                </a:solidFill>
                <a:latin typeface="IBM Plex Sans Arabic"/>
                <a:ea typeface="IBM Plex Sans Arabic"/>
                <a:cs typeface="IBM Plex Sans Arabic"/>
              </a:rPr>
              <a:t>دعم قرارات الري مع قياسات تربة محدودة</a:t>
            </a:r>
          </a:p>
        </p:txBody>
      </p:sp>
      <p:pic>
        <p:nvPicPr>
          <p:cNvPr id="98" name="Google Shape;98;p25">
            <a:extLst xmlns:a="http://schemas.openxmlformats.org/drawingml/2006/main">
              <a:ext uri="{FF2B5EF4-FFF2-40B4-BE49-F238E27FC236}">
                <a16:creationId xmlns:a16="http://schemas.microsoft.com/office/drawing/2014/main" id="{87043FD4-3F11-411B-86AA-3FC5FEE5A83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181cfbe04444085">
            <a:alphaModFix/>
          </a:blip>
          <a:srcRect xmlns:a="http://schemas.openxmlformats.org/drawingml/2006/main" l="0" t="0" r="0" b="0"/>
          <a:stretch xmlns:a="http://schemas.openxmlformats.org/drawingml/2006/main"/>
        </p:blipFill>
        <p:spPr>
          <a:xfrm xmlns:a="http://schemas.openxmlformats.org/drawingml/2006/main">
            <a:off x="5695886" y="985996"/>
            <a:ext cx="977418" cy="640470"/>
          </a:xfrm>
          <a:prstGeom xmlns:a="http://schemas.openxmlformats.org/drawingml/2006/main" prst="rect">
            <a:avLst/>
          </a:prstGeom>
          <a:ln xmlns:a="http://schemas.openxmlformats.org/drawingml/2006/main">
            <a:noFill/>
          </a:ln>
        </p:spPr>
      </p:pic>
      <p:pic>
        <p:nvPicPr>
          <p:cNvPr id="99" name="Google Shape;99;p25">
            <a:extLst xmlns:a="http://schemas.openxmlformats.org/drawingml/2006/main">
              <a:ext uri="{FF2B5EF4-FFF2-40B4-BE49-F238E27FC236}">
                <a16:creationId xmlns:a16="http://schemas.microsoft.com/office/drawing/2014/main" id="{5C3DD1A5-2988-450A-8177-FA90FA09641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e5f66c2de964b7b">
            <a:alphaModFix/>
          </a:blip>
          <a:srcRect xmlns:a="http://schemas.openxmlformats.org/drawingml/2006/main" l="0" t="0" r="0" b="0"/>
          <a:stretch xmlns:a="http://schemas.openxmlformats.org/drawingml/2006/main"/>
        </p:blipFill>
        <p:spPr>
          <a:xfrm xmlns:a="http://schemas.openxmlformats.org/drawingml/2006/main">
            <a:off x="3658834" y="792925"/>
            <a:ext cx="1944378" cy="1072926"/>
          </a:xfrm>
          <a:prstGeom xmlns:a="http://schemas.openxmlformats.org/drawingml/2006/main" prst="rect">
            <a:avLst/>
          </a:prstGeom>
          <a:ln xmlns:a="http://schemas.openxmlformats.org/drawingml/2006/main">
            <a:noFill/>
          </a:ln>
        </p:spPr>
      </p:pic>
      <p:pic>
        <p:nvPicPr>
          <p:cNvPr id="100" name="Google Shape;100;p25">
            <a:extLst xmlns:a="http://schemas.openxmlformats.org/drawingml/2006/main">
              <a:ext uri="{FF2B5EF4-FFF2-40B4-BE49-F238E27FC236}">
                <a16:creationId xmlns:a16="http://schemas.microsoft.com/office/drawing/2014/main" id="{18672E35-C164-4ED6-B187-629DE8FDCA3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9319b3bcb6c4cad">
            <a:alphaModFix/>
          </a:blip>
          <a:srcRect xmlns:a="http://schemas.openxmlformats.org/drawingml/2006/main" l="14448" t="33687" r="14448" b="33690"/>
          <a:stretch xmlns:a="http://schemas.openxmlformats.org/drawingml/2006/main"/>
        </p:blipFill>
        <p:spPr>
          <a:xfrm xmlns:a="http://schemas.openxmlformats.org/drawingml/2006/main">
            <a:off x="2137332" y="1061327"/>
            <a:ext cx="1628005" cy="746978"/>
          </a:xfrm>
          <a:prstGeom xmlns:a="http://schemas.openxmlformats.org/drawingml/2006/main" prst="rect">
            <a:avLst/>
          </a:prstGeom>
          <a:ln xmlns:a="http://schemas.openxmlformats.org/drawingml/2006/main">
            <a:noFill/>
          </a:ln>
        </p:spPr>
      </p:pic>
      <p:pic>
        <p:nvPicPr>
          <p:cNvPr id="101" name="">
            <a:extLst xmlns:a="http://schemas.openxmlformats.org/drawingml/2006/main">
              <a:ext uri="{FF2B5EF4-FFF2-40B4-BE49-F238E27FC236}">
                <a16:creationId xmlns:a16="http://schemas.microsoft.com/office/drawing/2014/main" id="{D8447A8D-3DE8-40A1-A04A-63D3ED036B63}"/>
              </a:ext>
            </a:extLst>
          </p:cNvPr>
          <p:cNvPicPr>
            <a:picLocks xmlns:a="http://schemas.openxmlformats.org/drawingml/2006/main" noChangeAspect="1"/>
          </p:cNvPicPr>
          <p:nvPr/>
        </p:nvPicPr>
        <p:blipFill>
          <a:blip xmlns:r="http://schemas.openxmlformats.org/officeDocument/2006/relationships" xmlns:a="http://schemas.openxmlformats.org/drawingml/2006/main" r:embed="R991a216a92c64e12"/>
          <a:stretch xmlns:a="http://schemas.openxmlformats.org/drawingml/2006/main"/>
        </p:blipFill>
        <p:spPr>
          <a:xfrm xmlns:a="http://schemas.openxmlformats.org/drawingml/2006/main">
            <a:off x="3441700" y="1933575"/>
            <a:ext cx="2260600" cy="1066800"/>
          </a:xfrm>
          <a:prstGeom xmlns:a="http://schemas.openxmlformats.org/drawingml/2006/main" prst="rect">
            <a:avLst/>
          </a:prstGeom>
        </p:spPr>
      </p:pic>
      <p:sp>
        <p:nvSpPr>
          <p:cNvPr id="102" name="challenge">
            <a:extLst xmlns:a="http://schemas.openxmlformats.org/drawingml/2006/main">
              <a:ext uri="{FF2B5EF4-FFF2-40B4-BE49-F238E27FC236}">
                <a16:creationId xmlns:a16="http://schemas.microsoft.com/office/drawing/2014/main" id="{95624D9E-8CE1-49EC-A4E0-6C6A678A51E6}"/>
              </a:ext>
            </a:extLst>
          </p:cNvPr>
          <p:cNvSpPr>
            <a:spLocks xmlns:a="http://schemas.openxmlformats.org/drawingml/2006/main" noGrp="1"/>
          </p:cNvSpPr>
          <p:nvPr/>
        </p:nvSpPr>
        <p:spPr>
          <a:xfrm xmlns:a="http://schemas.openxmlformats.org/drawingml/2006/main">
            <a:off x="857250" y="432435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D5D1DE"/>
                </a:solidFill>
                <a:latin typeface="IBM Plex Sans Arabic"/>
                <a:ea typeface="IBM Plex Sans Arabic"/>
                <a:cs typeface="IBM Plex Sans Arabic"/>
              </a:defRPr>
            </a:defPPr>
          </a:lstStyle>
          <a:p xmlns:a="http://schemas.openxmlformats.org/drawingml/2006/main">
            <a:pPr algn="ctr" rtl="1">
              <a:lnSpc>
                <a:spcPct val="115000"/>
              </a:lnSpc>
              <a:buNone/>
              <a:defRPr sz="1500" b="0">
                <a:solidFill>
                  <a:srgbClr val="D5D1DE"/>
                </a:solidFill>
                <a:latin typeface="IBM Plex Sans Arabic"/>
                <a:ea typeface="IBM Plex Sans Arabic"/>
                <a:cs typeface="IBM Plex Sans Arabic"/>
              </a:defRPr>
            </a:pPr>
            <a:r>
              <a:rPr sz="1500" b="0" lang="ar-SA">
                <a:solidFill>
                  <a:srgbClr val="D5D1DE"/>
                </a:solidFill>
                <a:latin typeface="IBM Plex Sans Arabic"/>
                <a:ea typeface="IBM Plex Sans Arabic"/>
                <a:cs typeface="IBM Plex Sans Arabic"/>
              </a:rPr>
              <a:t>تحدي 2.1  الاستدامة والأثر البيئي</a:t>
            </a:r>
          </a:p>
        </p:txBody>
      </p:sp>
    </p:spTree>
    <p:extLst>
      <p:ext uri="{BB962C8B-B14F-4D97-AF65-F5344CB8AC3E}">
        <p14:creationId xmlns:p14="http://schemas.microsoft.com/office/powerpoint/2010/main" val="1806669473"/>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993615640e4441ee">
            <a:alphaModFix/>
          </a:blip>
          <a:stretch>
            <a:fillRect l="0" t="0" r="0" b="0"/>
          </a:stretch>
        </a:blipFill>
      </p:bgPr>
    </p:bg>
    <p:spTree>
      <p:nvGrpSpPr>
        <p:cNvPr id="1" name=""/>
        <p:cNvGrpSpPr/>
        <p:nvPr/>
      </p:nvGrpSpPr>
      <p:grpSpPr>
        <a:xfrm xmlns:a="http://schemas.openxmlformats.org/drawingml/2006/main"/>
      </p:grpSpPr>
      <p:sp>
        <p:nvSpPr>
          <p:cNvPr id="105" name="Google Shape;105;p26">
            <a:extLst xmlns:a="http://schemas.openxmlformats.org/drawingml/2006/main">
              <a:ext uri="{FF2B5EF4-FFF2-40B4-BE49-F238E27FC236}">
                <a16:creationId xmlns:a16="http://schemas.microsoft.com/office/drawing/2014/main" id="{CD59B08B-07F3-4264-AD90-CFE74D40DCD5}"/>
              </a:ext>
            </a:extLst>
          </p:cNvPr>
          <p:cNvSpPr>
            <a:spLocks xmlns:a="http://schemas.openxmlformats.org/drawingml/2006/main" noGrp="1"/>
          </p:cNvSpPr>
          <p:nvPr/>
        </p:nvSpPr>
        <p:spPr>
          <a:xfrm xmlns:a="http://schemas.openxmlformats.org/drawingml/2006/main">
            <a:off x="720000" y="1130875"/>
            <a:ext cx="77040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800" b="1">
                <a:solidFill>
                  <a:srgbClr val="D30D3A"/>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0"/>
              </a:spcAft>
              <a:buClr>
                <a:srgbClr val="000000"/>
              </a:buClr>
              <a:buSzPts val="2800"/>
              <a:buFont typeface="Arial"/>
              <a:buNone/>
              <a:defRPr sz="2800" b="1">
                <a:solidFill>
                  <a:srgbClr val="D30D3A"/>
                </a:solidFill>
                <a:latin typeface="IBM Plex Sans Arabic"/>
                <a:ea typeface="IBM Plex Sans Arabic"/>
                <a:cs typeface="IBM Plex Sans Arabic"/>
              </a:defRPr>
            </a:pPr>
            <a:r>
              <a:rPr sz="2800" b="1" i="0" u="none" strike="noStrike" cap="none" lang="ar-SA">
                <a:solidFill>
                  <a:srgbClr val="D30D3A"/>
                </a:solidFill>
                <a:latin typeface="IBM Plex Sans Arabic"/>
                <a:ea typeface="IBM Plex Sans Arabic"/>
                <a:cs typeface="IBM Plex Sans Arabic"/>
              </a:rPr>
              <a:t>أعضاء الفريق</a:t>
            </a:r>
            <a:endParaRPr sz="2800" b="0" i="0" u="none" strike="noStrike" cap="none">
              <a:solidFill>
                <a:srgbClr val="D30D3A"/>
              </a:solidFill>
              <a:latin typeface="IBM Plex Sans Arabic"/>
              <a:ea typeface="IBM Plex Sans Arabic"/>
              <a:cs typeface="IBM Plex Sans Arabic"/>
            </a:endParaRPr>
          </a:p>
        </p:txBody>
      </p:sp>
      <p:sp>
        <p:nvSpPr>
          <p:cNvPr id="106" name="Google Shape;106;p26">
            <a:extLst xmlns:a="http://schemas.openxmlformats.org/drawingml/2006/main">
              <a:ext uri="{FF2B5EF4-FFF2-40B4-BE49-F238E27FC236}">
                <a16:creationId xmlns:a16="http://schemas.microsoft.com/office/drawing/2014/main" id="{8F27730B-8CA1-45A1-8631-5766FDB55B3D}"/>
              </a:ext>
            </a:extLst>
          </p:cNvPr>
          <p:cNvSpPr>
            <a:spLocks xmlns:a="http://schemas.openxmlformats.org/drawingml/2006/main" noGrp="1"/>
          </p:cNvSpPr>
          <p:nvPr/>
        </p:nvSpPr>
        <p:spPr>
          <a:xfrm xmlns:a="http://schemas.openxmlformats.org/drawingml/2006/main">
            <a:off x="4926974"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07" name="Google Shape;107;p26">
            <a:extLst xmlns:a="http://schemas.openxmlformats.org/drawingml/2006/main">
              <a:ext uri="{FF2B5EF4-FFF2-40B4-BE49-F238E27FC236}">
                <a16:creationId xmlns:a16="http://schemas.microsoft.com/office/drawing/2014/main" id="{314896A9-0446-406C-8F48-7BE89EF90A77}"/>
              </a:ext>
            </a:extLst>
          </p:cNvPr>
          <p:cNvSpPr>
            <a:spLocks xmlns:a="http://schemas.openxmlformats.org/drawingml/2006/main" noGrp="1"/>
          </p:cNvSpPr>
          <p:nvPr/>
        </p:nvSpPr>
        <p:spPr>
          <a:xfrm xmlns:a="http://schemas.openxmlformats.org/drawingml/2006/main">
            <a:off x="6495906"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08" name="Google Shape;108;p26">
            <a:extLst xmlns:a="http://schemas.openxmlformats.org/drawingml/2006/main">
              <a:ext uri="{FF2B5EF4-FFF2-40B4-BE49-F238E27FC236}">
                <a16:creationId xmlns:a16="http://schemas.microsoft.com/office/drawing/2014/main" id="{429FA7D2-B830-4E8C-8F7B-509EFF393DF1}"/>
              </a:ext>
            </a:extLst>
          </p:cNvPr>
          <p:cNvSpPr>
            <a:spLocks xmlns:a="http://schemas.openxmlformats.org/drawingml/2006/main" noGrp="1"/>
          </p:cNvSpPr>
          <p:nvPr/>
        </p:nvSpPr>
        <p:spPr>
          <a:xfrm xmlns:a="http://schemas.openxmlformats.org/drawingml/2006/main">
            <a:off x="6267450" y="3286125"/>
            <a:ext cx="16192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1600"/>
              </a:spcAft>
              <a:buClr>
                <a:srgbClr val="000000"/>
              </a:buClr>
              <a:buSzPts val="1400"/>
              <a:buFont typeface="Arial"/>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محمد زيد</a:t>
            </a:r>
            <a:endParaRPr sz="1400" b="0" i="0" u="none" strike="noStrike" cap="none">
              <a:solidFill>
                <a:schemeClr val="lt1"/>
              </a:solidFill>
              <a:latin typeface="IBM Plex Sans Arabic"/>
              <a:ea typeface="IBM Plex Sans Arabic"/>
              <a:cs typeface="IBM Plex Sans Arabic"/>
            </a:endParaRPr>
          </a:p>
        </p:txBody>
      </p:sp>
      <p:sp>
        <p:nvSpPr>
          <p:cNvPr id="109" name="Google Shape;109;p26">
            <a:extLst xmlns:a="http://schemas.openxmlformats.org/drawingml/2006/main">
              <a:ext uri="{FF2B5EF4-FFF2-40B4-BE49-F238E27FC236}">
                <a16:creationId xmlns:a16="http://schemas.microsoft.com/office/drawing/2014/main" id="{07B0A66D-95CE-4DE4-A3B1-CA71FEFD6004}"/>
              </a:ext>
            </a:extLst>
          </p:cNvPr>
          <p:cNvSpPr>
            <a:spLocks xmlns:a="http://schemas.openxmlformats.org/drawingml/2006/main" noGrp="1"/>
          </p:cNvSpPr>
          <p:nvPr/>
        </p:nvSpPr>
        <p:spPr>
          <a:xfrm xmlns:a="http://schemas.openxmlformats.org/drawingml/2006/main">
            <a:off x="4686300" y="3286125"/>
            <a:ext cx="1571625"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1600"/>
              </a:spcAft>
              <a:buClr>
                <a:srgbClr val="000000"/>
              </a:buClr>
              <a:buSzPts val="1400"/>
              <a:buFont typeface="Arial"/>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عمر الفيفي</a:t>
            </a:r>
            <a:endParaRPr sz="1400" b="0" i="0" u="none" strike="noStrike" cap="none">
              <a:solidFill>
                <a:schemeClr val="lt1"/>
              </a:solidFill>
              <a:latin typeface="IBM Plex Sans Arabic"/>
              <a:ea typeface="IBM Plex Sans Arabic"/>
              <a:cs typeface="IBM Plex Sans Arabic"/>
            </a:endParaRPr>
          </a:p>
        </p:txBody>
      </p:sp>
      <p:sp>
        <p:nvSpPr>
          <p:cNvPr id="110" name="Google Shape;110;p26">
            <a:extLst xmlns:a="http://schemas.openxmlformats.org/drawingml/2006/main">
              <a:ext uri="{FF2B5EF4-FFF2-40B4-BE49-F238E27FC236}">
                <a16:creationId xmlns:a16="http://schemas.microsoft.com/office/drawing/2014/main" id="{B0B4526D-1D00-4383-AB73-CF17B6BB94C5}"/>
              </a:ext>
            </a:extLst>
          </p:cNvPr>
          <p:cNvSpPr>
            <a:spLocks xmlns:a="http://schemas.openxmlformats.org/drawingml/2006/main" noGrp="1"/>
          </p:cNvSpPr>
          <p:nvPr/>
        </p:nvSpPr>
        <p:spPr>
          <a:xfrm xmlns:a="http://schemas.openxmlformats.org/drawingml/2006/main">
            <a:off x="3048000" y="3286125"/>
            <a:ext cx="16192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1600"/>
              </a:spcAft>
              <a:buClr>
                <a:srgbClr val="000000"/>
              </a:buClr>
              <a:buSzPts val="1400"/>
              <a:buFont typeface="Arial"/>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مهند الشمراني</a:t>
            </a:r>
            <a:endParaRPr sz="1400" b="0" i="0" u="none" strike="noStrike" cap="none">
              <a:solidFill>
                <a:schemeClr val="lt1"/>
              </a:solidFill>
              <a:latin typeface="IBM Plex Sans Arabic"/>
              <a:ea typeface="IBM Plex Sans Arabic"/>
              <a:cs typeface="IBM Plex Sans Arabic"/>
            </a:endParaRPr>
          </a:p>
        </p:txBody>
      </p:sp>
      <p:sp>
        <p:nvSpPr>
          <p:cNvPr id="111" name="Google Shape;111;p26">
            <a:extLst xmlns:a="http://schemas.openxmlformats.org/drawingml/2006/main">
              <a:ext uri="{FF2B5EF4-FFF2-40B4-BE49-F238E27FC236}">
                <a16:creationId xmlns:a16="http://schemas.microsoft.com/office/drawing/2014/main" id="{A110C812-D5D2-4E46-B11B-B453A0F8E566}"/>
              </a:ext>
            </a:extLst>
          </p:cNvPr>
          <p:cNvSpPr>
            <a:spLocks xmlns:a="http://schemas.openxmlformats.org/drawingml/2006/main" noGrp="1"/>
          </p:cNvSpPr>
          <p:nvPr/>
        </p:nvSpPr>
        <p:spPr>
          <a:xfrm xmlns:a="http://schemas.openxmlformats.org/drawingml/2006/main">
            <a:off x="1381125" y="3286125"/>
            <a:ext cx="1666875"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1600"/>
              </a:spcAft>
              <a:buClr>
                <a:srgbClr val="000000"/>
              </a:buClr>
              <a:buSzPts val="14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عبدالله اللحيدان</a:t>
            </a:r>
            <a:endParaRPr sz="1400" b="0" i="0" u="none" strike="noStrike" cap="none">
              <a:solidFill>
                <a:schemeClr val="lt1"/>
              </a:solidFill>
              <a:latin typeface="IBM Plex Sans Arabic"/>
              <a:ea typeface="IBM Plex Sans Arabic"/>
              <a:cs typeface="IBM Plex Sans Arabic"/>
            </a:endParaRPr>
          </a:p>
        </p:txBody>
      </p:sp>
      <p:sp>
        <p:nvSpPr>
          <p:cNvPr id="112" name="Google Shape;112;p26">
            <a:extLst xmlns:a="http://schemas.openxmlformats.org/drawingml/2006/main">
              <a:ext uri="{FF2B5EF4-FFF2-40B4-BE49-F238E27FC236}">
                <a16:creationId xmlns:a16="http://schemas.microsoft.com/office/drawing/2014/main" id="{C3D61D1F-D502-4BB1-A9A6-99E5F5D5588E}"/>
              </a:ext>
            </a:extLst>
          </p:cNvPr>
          <p:cNvSpPr>
            <a:spLocks xmlns:a="http://schemas.openxmlformats.org/drawingml/2006/main" noGrp="1"/>
          </p:cNvSpPr>
          <p:nvPr/>
        </p:nvSpPr>
        <p:spPr>
          <a:xfrm xmlns:a="http://schemas.openxmlformats.org/drawingml/2006/main">
            <a:off x="1680074"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13" name="Google Shape;113;p26">
            <a:extLst xmlns:a="http://schemas.openxmlformats.org/drawingml/2006/main">
              <a:ext uri="{FF2B5EF4-FFF2-40B4-BE49-F238E27FC236}">
                <a16:creationId xmlns:a16="http://schemas.microsoft.com/office/drawing/2014/main" id="{58A48853-C06D-4BD8-B01D-5A67E9178E19}"/>
              </a:ext>
            </a:extLst>
          </p:cNvPr>
          <p:cNvSpPr>
            <a:spLocks xmlns:a="http://schemas.openxmlformats.org/drawingml/2006/main" noGrp="1"/>
          </p:cNvSpPr>
          <p:nvPr/>
        </p:nvSpPr>
        <p:spPr>
          <a:xfrm xmlns:a="http://schemas.openxmlformats.org/drawingml/2006/main">
            <a:off x="3303531"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pic>
        <p:nvPicPr>
          <p:cNvPr id="114" name="Google Shape;114;p26">
            <a:extLst xmlns:a="http://schemas.openxmlformats.org/drawingml/2006/main">
              <a:ext uri="{FF2B5EF4-FFF2-40B4-BE49-F238E27FC236}">
                <a16:creationId xmlns:a16="http://schemas.microsoft.com/office/drawing/2014/main" id="{B623D45F-FDD7-4CFB-B1EA-F83439CFC09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66de9f4e7e24155">
            <a:alphaModFix/>
          </a:blip>
          <a:srcRect xmlns:a="http://schemas.openxmlformats.org/drawingml/2006/main" l="0" t="0" r="0" b="0"/>
          <a:stretch xmlns:a="http://schemas.openxmlformats.org/drawingml/2006/main"/>
        </p:blipFill>
        <p:spPr>
          <a:xfrm xmlns:a="http://schemas.openxmlformats.org/drawingml/2006/main">
            <a:off x="1945725" y="2273225"/>
            <a:ext cx="513597" cy="513603"/>
          </a:xfrm>
          <a:prstGeom xmlns:a="http://schemas.openxmlformats.org/drawingml/2006/main" prst="rect">
            <a:avLst/>
          </a:prstGeom>
          <a:ln xmlns:a="http://schemas.openxmlformats.org/drawingml/2006/main">
            <a:noFill/>
          </a:ln>
        </p:spPr>
      </p:pic>
      <p:pic>
        <p:nvPicPr>
          <p:cNvPr id="115" name="Google Shape;115;p26">
            <a:extLst xmlns:a="http://schemas.openxmlformats.org/drawingml/2006/main">
              <a:ext uri="{FF2B5EF4-FFF2-40B4-BE49-F238E27FC236}">
                <a16:creationId xmlns:a16="http://schemas.microsoft.com/office/drawing/2014/main" id="{6368B45C-64E3-433F-A8BE-D127A231691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66de9f4e7e24155">
            <a:alphaModFix/>
          </a:blip>
          <a:srcRect xmlns:a="http://schemas.openxmlformats.org/drawingml/2006/main" l="0" t="0" r="0" b="0"/>
          <a:stretch xmlns:a="http://schemas.openxmlformats.org/drawingml/2006/main"/>
        </p:blipFill>
        <p:spPr>
          <a:xfrm xmlns:a="http://schemas.openxmlformats.org/drawingml/2006/main">
            <a:off x="3437789" y="2273225"/>
            <a:ext cx="644983" cy="731378"/>
          </a:xfrm>
          <a:prstGeom xmlns:a="http://schemas.openxmlformats.org/drawingml/2006/main" prst="rect">
            <a:avLst/>
          </a:prstGeom>
          <a:ln xmlns:a="http://schemas.openxmlformats.org/drawingml/2006/main">
            <a:noFill/>
          </a:ln>
        </p:spPr>
      </p:pic>
      <p:pic>
        <p:nvPicPr>
          <p:cNvPr id="5" name="Picture 4">
            <a:extLst xmlns:a="http://schemas.openxmlformats.org/drawingml/2006/main">
              <a:ext uri="{FF2B5EF4-FFF2-40B4-BE49-F238E27FC236}">
                <a16:creationId xmlns:a16="http://schemas.microsoft.com/office/drawing/2014/main" id="{4B4FD9AF-1422-4FB7-B911-D201B0FC0B22}"/>
              </a:ext>
            </a:extLst>
          </p:cNvPr>
          <p:cNvPicPr>
            <a:picLocks xmlns:a="http://schemas.openxmlformats.org/drawingml/2006/main" noChangeAspect="1"/>
          </p:cNvPicPr>
          <p:nvPr/>
        </p:nvPicPr>
        <p:blipFill>
          <a:blip xmlns:r="http://schemas.openxmlformats.org/officeDocument/2006/relationships" xmlns:a="http://schemas.openxmlformats.org/drawingml/2006/main" r:embed="Rdef32c64ea7c4c46"/>
          <a:srcRect xmlns:a="http://schemas.openxmlformats.org/drawingml/2006/main" l="-1097" t="13880" r="2292" b="20740"/>
          <a:stretch xmlns:a="http://schemas.openxmlformats.org/drawingml/2006/main">
            <a:fillRect l="0" t="0" r="0" b="0"/>
          </a:stretch>
        </p:blipFill>
        <p:spPr>
          <a:xfrm xmlns:a="http://schemas.openxmlformats.org/drawingml/2006/main">
            <a:off x="6482458" y="1841342"/>
            <a:ext cx="1211132" cy="1246564"/>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1" name="Picture 10">
            <a:extLst xmlns:a="http://schemas.openxmlformats.org/drawingml/2006/main">
              <a:ext uri="{FF2B5EF4-FFF2-40B4-BE49-F238E27FC236}">
                <a16:creationId xmlns:a16="http://schemas.microsoft.com/office/drawing/2014/main" id="{3384F78E-8867-44DC-A047-3368D5CAFE06}"/>
              </a:ext>
            </a:extLst>
          </p:cNvPr>
          <p:cNvPicPr>
            <a:picLocks xmlns:a="http://schemas.openxmlformats.org/drawingml/2006/main" noChangeAspect="1"/>
          </p:cNvPicPr>
          <p:nvPr/>
        </p:nvPicPr>
        <p:blipFill>
          <a:blip xmlns:r="http://schemas.openxmlformats.org/officeDocument/2006/relationships" xmlns:a="http://schemas.openxmlformats.org/drawingml/2006/main" r:embed="Rd247d2ace7b3483f"/>
          <a:srcRect xmlns:a="http://schemas.openxmlformats.org/drawingml/2006/main" l="528" t="-60" r="-528" b="60"/>
          <a:stretch xmlns:a="http://schemas.openxmlformats.org/drawingml/2006/main">
            <a:fillRect l="0" t="0" r="0" b="0"/>
          </a:stretch>
        </p:blipFill>
        <p:spPr>
          <a:xfrm xmlns:a="http://schemas.openxmlformats.org/drawingml/2006/main">
            <a:off x="4843858" y="1841342"/>
            <a:ext cx="1211132" cy="1211132"/>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3" name="Picture 12">
            <a:extLst xmlns:a="http://schemas.openxmlformats.org/drawingml/2006/main">
              <a:ext uri="{FF2B5EF4-FFF2-40B4-BE49-F238E27FC236}">
                <a16:creationId xmlns:a16="http://schemas.microsoft.com/office/drawing/2014/main" id="{7ACD6A12-0696-4077-88AF-35E05414A2D2}"/>
              </a:ext>
            </a:extLst>
          </p:cNvPr>
          <p:cNvPicPr>
            <a:picLocks xmlns:a="http://schemas.openxmlformats.org/drawingml/2006/main" noChangeAspect="1"/>
          </p:cNvPicPr>
          <p:nvPr/>
        </p:nvPicPr>
        <p:blipFill>
          <a:blip xmlns:r="http://schemas.openxmlformats.org/officeDocument/2006/relationships" xmlns:a="http://schemas.openxmlformats.org/drawingml/2006/main" r:embed="R838271d52f4e4292"/>
          <a:stretch xmlns:a="http://schemas.openxmlformats.org/drawingml/2006/main">
            <a:fillRect l="0" t="0" r="0" b="0"/>
          </a:stretch>
        </p:blipFill>
        <p:spPr>
          <a:xfrm xmlns:a="http://schemas.openxmlformats.org/drawingml/2006/main">
            <a:off x="3198868" y="1841343"/>
            <a:ext cx="1211132" cy="1246564"/>
          </a:xfrm>
          <a:prstGeom xmlns:a="http://schemas.openxmlformats.org/drawingml/2006/main" prst="roundRect">
            <a:avLst>
              <a:gd name="adj" fmla="val 17570"/>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5" name="Picture 14">
            <a:extLst xmlns:a="http://schemas.openxmlformats.org/drawingml/2006/main">
              <a:ext uri="{FF2B5EF4-FFF2-40B4-BE49-F238E27FC236}">
                <a16:creationId xmlns:a16="http://schemas.microsoft.com/office/drawing/2014/main" id="{11DB6187-E71D-4A60-9629-1B66126F9DC6}"/>
              </a:ext>
            </a:extLst>
          </p:cNvPr>
          <p:cNvPicPr>
            <a:picLocks xmlns:a="http://schemas.openxmlformats.org/drawingml/2006/main" noChangeAspect="1"/>
          </p:cNvPicPr>
          <p:nvPr/>
        </p:nvPicPr>
        <p:blipFill>
          <a:blip xmlns:r="http://schemas.openxmlformats.org/officeDocument/2006/relationships" xmlns:a="http://schemas.openxmlformats.org/drawingml/2006/main" r:embed="Rdbd64eb5f0a94e1e"/>
          <a:srcRect xmlns:a="http://schemas.openxmlformats.org/drawingml/2006/main" l="14045" t="7025" r="13573" b="9511"/>
          <a:stretch xmlns:a="http://schemas.openxmlformats.org/drawingml/2006/main">
            <a:fillRect l="0" t="0" r="0" b="0"/>
          </a:stretch>
        </p:blipFill>
        <p:spPr>
          <a:xfrm xmlns:a="http://schemas.openxmlformats.org/drawingml/2006/main">
            <a:off x="1654693" y="1845957"/>
            <a:ext cx="1211132" cy="1246565"/>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16" name="">
            <a:extLst xmlns:a="http://schemas.openxmlformats.org/drawingml/2006/main">
              <a:ext uri="{FF2B5EF4-FFF2-40B4-BE49-F238E27FC236}">
                <a16:creationId xmlns:a16="http://schemas.microsoft.com/office/drawing/2014/main" id="{0D28CA42-5D5A-45D1-81C6-9CFB7F5F93B0}"/>
              </a:ext>
            </a:extLst>
          </p:cNvPr>
          <p:cNvPicPr>
            <a:picLocks xmlns:a="http://schemas.openxmlformats.org/drawingml/2006/main" noChangeAspect="1"/>
          </p:cNvPicPr>
          <p:nvPr/>
        </p:nvPicPr>
        <p:blipFill>
          <a:blip xmlns:r="http://schemas.openxmlformats.org/officeDocument/2006/relationships" xmlns:a="http://schemas.openxmlformats.org/drawingml/2006/main" r:embed="R333efd367fb04861"/>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665578976"/>
      </p:ext>
    </p:extLst>
  </p:cSld>
</p:sld>
</file>

<file path=ppt/slides/slide3.xml><?xml version="1.0" encoding="utf-8"?>
<p:sld xmlns:p="http://schemas.openxmlformats.org/presentationml/2006/main">
  <p:cSld>
    <p:bg>
      <p:bgPr>
        <a:blipFill xmlns:a="http://schemas.openxmlformats.org/drawingml/2006/main">
          <a:blip xmlns:r="http://schemas.openxmlformats.org/officeDocument/2006/relationships" r:embed="Rfbad3f4c93154056">
            <a:alphaModFix/>
          </a:blip>
          <a:stretch>
            <a:fillRect l="0" t="0" r="0" b="0"/>
          </a:stretch>
        </a:blipFill>
      </p:bgPr>
    </p:bg>
    <p:spTree>
      <p:nvGrpSpPr>
        <p:cNvPr id="1" name=""/>
        <p:cNvGrpSpPr/>
        <p:nvPr/>
      </p:nvGrpSpPr>
      <p:grpSpPr>
        <a:xfrm xmlns:a="http://schemas.openxmlformats.org/drawingml/2006/main"/>
      </p:grpSpPr>
      <p:sp>
        <p:nvSpPr>
          <p:cNvPr id="122" name="Google Shape;122;p27">
            <a:extLst xmlns:a="http://schemas.openxmlformats.org/drawingml/2006/main">
              <a:ext uri="{FF2B5EF4-FFF2-40B4-BE49-F238E27FC236}">
                <a16:creationId xmlns:a16="http://schemas.microsoft.com/office/drawing/2014/main" id="{3DF6264A-093A-4CC0-91CB-037FF2997B69}"/>
              </a:ext>
            </a:extLst>
          </p:cNvPr>
          <p:cNvSpPr>
            <a:spLocks xmlns:a="http://schemas.openxmlformats.org/drawingml/2006/main" noGrp="1"/>
          </p:cNvSpPr>
          <p:nvPr/>
        </p:nvSpPr>
        <p:spPr>
          <a:xfrm xmlns:a="http://schemas.openxmlformats.org/drawingml/2006/main">
            <a:off x="677425" y="1054150"/>
            <a:ext cx="7416900" cy="53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625"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800"/>
              <a:buFont typeface="Arial"/>
              <a:buNone/>
              <a:defRPr sz="2625" b="1">
                <a:solidFill>
                  <a:srgbClr val="FFFFFF"/>
                </a:solidFill>
                <a:latin typeface="IBM Plex Sans Arabic"/>
                <a:ea typeface="IBM Plex Sans Arabic"/>
                <a:cs typeface="IBM Plex Sans Arabic"/>
              </a:defRPr>
            </a:pPr>
            <a:r>
              <a:rPr sz="2625" b="1" i="0" u="none" strike="noStrike" cap="none" lang="ar-SA">
                <a:solidFill>
                  <a:srgbClr val="FFFFFF"/>
                </a:solidFill>
                <a:latin typeface="IBM Plex Sans Arabic"/>
                <a:ea typeface="IBM Plex Sans Arabic"/>
                <a:cs typeface="IBM Plex Sans Arabic"/>
              </a:rPr>
              <a:t>المحتويات</a:t>
            </a:r>
            <a:endParaRPr sz="2800" b="1" i="0" u="none" strike="noStrike" cap="none">
              <a:solidFill>
                <a:schemeClr val="lt1"/>
              </a:solidFill>
              <a:latin typeface="IBM Plex Sans Arabic"/>
              <a:ea typeface="IBM Plex Sans Arabic"/>
              <a:cs typeface="IBM Plex Sans Arabic"/>
            </a:endParaRPr>
          </a:p>
        </p:txBody>
      </p:sp>
      <p:sp>
        <p:nvSpPr>
          <p:cNvPr id="123" name="Google Shape;123;p27">
            <a:extLst xmlns:a="http://schemas.openxmlformats.org/drawingml/2006/main">
              <a:ext uri="{FF2B5EF4-FFF2-40B4-BE49-F238E27FC236}">
                <a16:creationId xmlns:a16="http://schemas.microsoft.com/office/drawing/2014/main" id="{6F45CA6A-5299-4382-A259-7A56514FB393}"/>
              </a:ext>
            </a:extLst>
          </p:cNvPr>
          <p:cNvSpPr>
            <a:spLocks xmlns:a="http://schemas.openxmlformats.org/drawingml/2006/main" noGrp="1"/>
          </p:cNvSpPr>
          <p:nvPr/>
        </p:nvSpPr>
        <p:spPr>
          <a:xfrm xmlns:a="http://schemas.openxmlformats.org/drawingml/2006/main">
            <a:off x="6035350" y="1796425"/>
            <a:ext cx="1586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2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الفريق</a:t>
            </a:r>
            <a:endParaRPr sz="1520" b="0" i="0" u="none" strike="noStrike" cap="none">
              <a:solidFill>
                <a:schemeClr val="lt1"/>
              </a:solidFill>
              <a:latin typeface="IBM Plex Sans Arabic"/>
              <a:ea typeface="IBM Plex Sans Arabic"/>
              <a:cs typeface="IBM Plex Sans Arabic"/>
            </a:endParaRPr>
          </a:p>
        </p:txBody>
      </p:sp>
      <p:sp>
        <p:nvSpPr>
          <p:cNvPr id="124" name="Google Shape;124;p27">
            <a:extLst xmlns:a="http://schemas.openxmlformats.org/drawingml/2006/main">
              <a:ext uri="{FF2B5EF4-FFF2-40B4-BE49-F238E27FC236}">
                <a16:creationId xmlns:a16="http://schemas.microsoft.com/office/drawing/2014/main" id="{939811EC-DA41-4E8A-B032-E51CF87F6234}"/>
              </a:ext>
            </a:extLst>
          </p:cNvPr>
          <p:cNvSpPr>
            <a:spLocks xmlns:a="http://schemas.openxmlformats.org/drawingml/2006/main" noGrp="1"/>
          </p:cNvSpPr>
          <p:nvPr/>
        </p:nvSpPr>
        <p:spPr>
          <a:xfrm xmlns:a="http://schemas.openxmlformats.org/drawingml/2006/main">
            <a:off x="7697600" y="179642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90"/>
              <a:buFont typeface="Arial"/>
              <a:buNone/>
            </a:pPr>
            <a:r>
              <a:rPr sz="1300" b="1" i="0" u="none" strike="noStrike" cap="none">
                <a:solidFill>
                  <a:schemeClr val="lt1"/>
                </a:solidFill>
                <a:latin typeface="IBM Plex Sans Arabic"/>
                <a:ea typeface="IBM Plex Sans Arabic"/>
                <a:cs typeface="IBM Plex Sans Arabic"/>
              </a:rPr>
              <a:t>01</a:t>
            </a:r>
            <a:endParaRPr sz="1300" b="1" i="0" u="none" strike="noStrike" cap="none">
              <a:solidFill>
                <a:schemeClr val="lt1"/>
              </a:solidFill>
              <a:latin typeface="IBM Plex Sans Arabic"/>
              <a:ea typeface="IBM Plex Sans Arabic"/>
              <a:cs typeface="IBM Plex Sans Arabic"/>
            </a:endParaRPr>
          </a:p>
        </p:txBody>
      </p:sp>
      <p:sp>
        <p:nvSpPr>
          <p:cNvPr id="125" name="Google Shape;125;p27">
            <a:extLst xmlns:a="http://schemas.openxmlformats.org/drawingml/2006/main">
              <a:ext uri="{FF2B5EF4-FFF2-40B4-BE49-F238E27FC236}">
                <a16:creationId xmlns:a16="http://schemas.microsoft.com/office/drawing/2014/main" id="{3BF3275D-B24B-462E-A1F2-17339E3E5B54}"/>
              </a:ext>
            </a:extLst>
          </p:cNvPr>
          <p:cNvSpPr>
            <a:spLocks xmlns:a="http://schemas.openxmlformats.org/drawingml/2006/main" noGrp="1"/>
          </p:cNvSpPr>
          <p:nvPr/>
        </p:nvSpPr>
        <p:spPr>
          <a:xfrm xmlns:a="http://schemas.openxmlformats.org/drawingml/2006/main">
            <a:off x="6035350" y="2455975"/>
            <a:ext cx="1586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2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المشكلة والحل</a:t>
            </a:r>
            <a:endParaRPr sz="1520" b="0" i="0" u="none" strike="noStrike" cap="none">
              <a:solidFill>
                <a:schemeClr val="lt1"/>
              </a:solidFill>
              <a:latin typeface="IBM Plex Sans Arabic"/>
              <a:ea typeface="IBM Plex Sans Arabic"/>
              <a:cs typeface="IBM Plex Sans Arabic"/>
            </a:endParaRPr>
          </a:p>
        </p:txBody>
      </p:sp>
      <p:sp>
        <p:nvSpPr>
          <p:cNvPr id="126" name="Google Shape;126;p27">
            <a:extLst xmlns:a="http://schemas.openxmlformats.org/drawingml/2006/main">
              <a:ext uri="{FF2B5EF4-FFF2-40B4-BE49-F238E27FC236}">
                <a16:creationId xmlns:a16="http://schemas.microsoft.com/office/drawing/2014/main" id="{A425BB28-4FB6-4321-8557-1FF97F47A3DE}"/>
              </a:ext>
            </a:extLst>
          </p:cNvPr>
          <p:cNvSpPr>
            <a:spLocks xmlns:a="http://schemas.openxmlformats.org/drawingml/2006/main" noGrp="1"/>
          </p:cNvSpPr>
          <p:nvPr/>
        </p:nvSpPr>
        <p:spPr>
          <a:xfrm xmlns:a="http://schemas.openxmlformats.org/drawingml/2006/main">
            <a:off x="7697600" y="24559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02</a:t>
            </a:r>
            <a:endParaRPr sz="1300" b="1" i="0" u="none" strike="noStrike" cap="none">
              <a:solidFill>
                <a:schemeClr val="lt1"/>
              </a:solidFill>
              <a:latin typeface="IBM Plex Sans Arabic"/>
              <a:ea typeface="IBM Plex Sans Arabic"/>
              <a:cs typeface="IBM Plex Sans Arabic"/>
            </a:endParaRPr>
          </a:p>
        </p:txBody>
      </p:sp>
      <p:sp>
        <p:nvSpPr>
          <p:cNvPr id="127" name="Google Shape;127;p27">
            <a:extLst xmlns:a="http://schemas.openxmlformats.org/drawingml/2006/main">
              <a:ext uri="{FF2B5EF4-FFF2-40B4-BE49-F238E27FC236}">
                <a16:creationId xmlns:a16="http://schemas.microsoft.com/office/drawing/2014/main" id="{A4EEB299-FB57-4D34-BB1F-0EDAD1EF4955}"/>
              </a:ext>
            </a:extLst>
          </p:cNvPr>
          <p:cNvSpPr>
            <a:spLocks xmlns:a="http://schemas.openxmlformats.org/drawingml/2006/main" noGrp="1"/>
          </p:cNvSpPr>
          <p:nvPr/>
        </p:nvSpPr>
        <p:spPr>
          <a:xfrm xmlns:a="http://schemas.openxmlformats.org/drawingml/2006/main">
            <a:off x="5743275" y="3141675"/>
            <a:ext cx="18783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2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البيانات والتقنيات</a:t>
            </a:r>
            <a:endParaRPr sz="1520" b="0" i="0" u="none" strike="noStrike" cap="none">
              <a:solidFill>
                <a:schemeClr val="lt1"/>
              </a:solidFill>
              <a:latin typeface="IBM Plex Sans Arabic"/>
              <a:ea typeface="IBM Plex Sans Arabic"/>
              <a:cs typeface="IBM Plex Sans Arabic"/>
            </a:endParaRPr>
          </a:p>
        </p:txBody>
      </p:sp>
      <p:sp>
        <p:nvSpPr>
          <p:cNvPr id="128" name="Google Shape;128;p27">
            <a:extLst xmlns:a="http://schemas.openxmlformats.org/drawingml/2006/main">
              <a:ext uri="{FF2B5EF4-FFF2-40B4-BE49-F238E27FC236}">
                <a16:creationId xmlns:a16="http://schemas.microsoft.com/office/drawing/2014/main" id="{1E3FF38C-B357-41C8-8BCA-6368CDCDB0FC}"/>
              </a:ext>
            </a:extLst>
          </p:cNvPr>
          <p:cNvSpPr>
            <a:spLocks xmlns:a="http://schemas.openxmlformats.org/drawingml/2006/main" noGrp="1"/>
          </p:cNvSpPr>
          <p:nvPr/>
        </p:nvSpPr>
        <p:spPr>
          <a:xfrm xmlns:a="http://schemas.openxmlformats.org/drawingml/2006/main">
            <a:off x="7697600" y="31416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03</a:t>
            </a:r>
            <a:endParaRPr sz="1300" b="1" i="0" u="none" strike="noStrike" cap="none">
              <a:solidFill>
                <a:schemeClr val="lt1"/>
              </a:solidFill>
              <a:latin typeface="IBM Plex Sans Arabic"/>
              <a:ea typeface="IBM Plex Sans Arabic"/>
              <a:cs typeface="IBM Plex Sans Arabic"/>
            </a:endParaRPr>
          </a:p>
        </p:txBody>
      </p:sp>
      <p:sp>
        <p:nvSpPr>
          <p:cNvPr id="129" name="Google Shape;129;p27">
            <a:extLst xmlns:a="http://schemas.openxmlformats.org/drawingml/2006/main">
              <a:ext uri="{FF2B5EF4-FFF2-40B4-BE49-F238E27FC236}">
                <a16:creationId xmlns:a16="http://schemas.microsoft.com/office/drawing/2014/main" id="{FA08B3FC-C210-444E-A225-702576477196}"/>
              </a:ext>
            </a:extLst>
          </p:cNvPr>
          <p:cNvSpPr>
            <a:spLocks xmlns:a="http://schemas.openxmlformats.org/drawingml/2006/main" noGrp="1"/>
          </p:cNvSpPr>
          <p:nvPr/>
        </p:nvSpPr>
        <p:spPr>
          <a:xfrm xmlns:a="http://schemas.openxmlformats.org/drawingml/2006/main">
            <a:off x="6035350" y="3801225"/>
            <a:ext cx="1586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2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الفكرة ومسار البيانات</a:t>
            </a:r>
            <a:endParaRPr sz="1520" b="0" i="0" u="none" strike="noStrike" cap="none">
              <a:solidFill>
                <a:schemeClr val="lt1"/>
              </a:solidFill>
              <a:latin typeface="IBM Plex Sans Arabic"/>
              <a:ea typeface="IBM Plex Sans Arabic"/>
              <a:cs typeface="IBM Plex Sans Arabic"/>
            </a:endParaRPr>
          </a:p>
        </p:txBody>
      </p:sp>
      <p:sp>
        <p:nvSpPr>
          <p:cNvPr id="130" name="Google Shape;130;p27">
            <a:extLst xmlns:a="http://schemas.openxmlformats.org/drawingml/2006/main">
              <a:ext uri="{FF2B5EF4-FFF2-40B4-BE49-F238E27FC236}">
                <a16:creationId xmlns:a16="http://schemas.microsoft.com/office/drawing/2014/main" id="{49E122E0-C822-4305-8097-D943BD63A759}"/>
              </a:ext>
            </a:extLst>
          </p:cNvPr>
          <p:cNvSpPr>
            <a:spLocks xmlns:a="http://schemas.openxmlformats.org/drawingml/2006/main" noGrp="1"/>
          </p:cNvSpPr>
          <p:nvPr/>
        </p:nvSpPr>
        <p:spPr>
          <a:xfrm xmlns:a="http://schemas.openxmlformats.org/drawingml/2006/main">
            <a:off x="7697600" y="380122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04</a:t>
            </a:r>
            <a:endParaRPr sz="1300" b="1" i="0" u="none" strike="noStrike" cap="none">
              <a:solidFill>
                <a:schemeClr val="lt1"/>
              </a:solidFill>
              <a:latin typeface="IBM Plex Sans Arabic"/>
              <a:ea typeface="IBM Plex Sans Arabic"/>
              <a:cs typeface="IBM Plex Sans Arabic"/>
            </a:endParaRPr>
          </a:p>
        </p:txBody>
      </p:sp>
      <p:sp>
        <p:nvSpPr>
          <p:cNvPr id="131" name="Google Shape;131;p27">
            <a:extLst xmlns:a="http://schemas.openxmlformats.org/drawingml/2006/main">
              <a:ext uri="{FF2B5EF4-FFF2-40B4-BE49-F238E27FC236}">
                <a16:creationId xmlns:a16="http://schemas.microsoft.com/office/drawing/2014/main" id="{DC50FF69-56EC-4504-B60E-8D6A3721F6A9}"/>
              </a:ext>
            </a:extLst>
          </p:cNvPr>
          <p:cNvSpPr>
            <a:spLocks xmlns:a="http://schemas.openxmlformats.org/drawingml/2006/main" noGrp="1"/>
          </p:cNvSpPr>
          <p:nvPr/>
        </p:nvSpPr>
        <p:spPr>
          <a:xfrm xmlns:a="http://schemas.openxmlformats.org/drawingml/2006/main">
            <a:off x="1645150" y="1796425"/>
            <a:ext cx="3797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2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مواءمة التحدي والأثر</a:t>
            </a:r>
            <a:endParaRPr sz="1520" b="0" i="0" u="none" strike="noStrike" cap="none">
              <a:solidFill>
                <a:schemeClr val="lt1"/>
              </a:solidFill>
              <a:latin typeface="IBM Plex Sans Arabic"/>
              <a:ea typeface="IBM Plex Sans Arabic"/>
              <a:cs typeface="IBM Plex Sans Arabic"/>
            </a:endParaRPr>
          </a:p>
        </p:txBody>
      </p:sp>
      <p:sp>
        <p:nvSpPr>
          <p:cNvPr id="132" name="Google Shape;132;p27">
            <a:extLst xmlns:a="http://schemas.openxmlformats.org/drawingml/2006/main">
              <a:ext uri="{FF2B5EF4-FFF2-40B4-BE49-F238E27FC236}">
                <a16:creationId xmlns:a16="http://schemas.microsoft.com/office/drawing/2014/main" id="{6275D2A6-2595-4130-870F-C258CEDF6B49}"/>
              </a:ext>
            </a:extLst>
          </p:cNvPr>
          <p:cNvSpPr>
            <a:spLocks xmlns:a="http://schemas.openxmlformats.org/drawingml/2006/main" noGrp="1"/>
          </p:cNvSpPr>
          <p:nvPr/>
        </p:nvSpPr>
        <p:spPr>
          <a:xfrm xmlns:a="http://schemas.openxmlformats.org/drawingml/2006/main">
            <a:off x="5518425" y="179642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05</a:t>
            </a:r>
            <a:endParaRPr sz="1300" b="1" i="0" u="none" strike="noStrike" cap="none">
              <a:solidFill>
                <a:schemeClr val="lt1"/>
              </a:solidFill>
              <a:latin typeface="IBM Plex Sans Arabic"/>
              <a:ea typeface="IBM Plex Sans Arabic"/>
              <a:cs typeface="IBM Plex Sans Arabic"/>
            </a:endParaRPr>
          </a:p>
        </p:txBody>
      </p:sp>
      <p:sp>
        <p:nvSpPr>
          <p:cNvPr id="133" name="Google Shape;133;p27">
            <a:extLst xmlns:a="http://schemas.openxmlformats.org/drawingml/2006/main">
              <a:ext uri="{FF2B5EF4-FFF2-40B4-BE49-F238E27FC236}">
                <a16:creationId xmlns:a16="http://schemas.microsoft.com/office/drawing/2014/main" id="{0833592E-E4DE-494D-83F4-8113B093DCCC}"/>
              </a:ext>
            </a:extLst>
          </p:cNvPr>
          <p:cNvSpPr>
            <a:spLocks xmlns:a="http://schemas.openxmlformats.org/drawingml/2006/main" noGrp="1"/>
          </p:cNvSpPr>
          <p:nvPr/>
        </p:nvSpPr>
        <p:spPr>
          <a:xfrm xmlns:a="http://schemas.openxmlformats.org/drawingml/2006/main">
            <a:off x="1100275" y="2455975"/>
            <a:ext cx="43422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2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التحقق والعرض</a:t>
            </a:r>
            <a:endParaRPr sz="1520" b="0" i="0" u="none" strike="noStrike" cap="none">
              <a:solidFill>
                <a:schemeClr val="lt1"/>
              </a:solidFill>
              <a:latin typeface="IBM Plex Sans Arabic"/>
              <a:ea typeface="IBM Plex Sans Arabic"/>
              <a:cs typeface="IBM Plex Sans Arabic"/>
            </a:endParaRPr>
          </a:p>
        </p:txBody>
      </p:sp>
      <p:sp>
        <p:nvSpPr>
          <p:cNvPr id="134" name="Google Shape;134;p27">
            <a:extLst xmlns:a="http://schemas.openxmlformats.org/drawingml/2006/main">
              <a:ext uri="{FF2B5EF4-FFF2-40B4-BE49-F238E27FC236}">
                <a16:creationId xmlns:a16="http://schemas.microsoft.com/office/drawing/2014/main" id="{25F674D2-3AFB-4288-B24E-5F8DE7F3B0CE}"/>
              </a:ext>
            </a:extLst>
          </p:cNvPr>
          <p:cNvSpPr>
            <a:spLocks xmlns:a="http://schemas.openxmlformats.org/drawingml/2006/main" noGrp="1"/>
          </p:cNvSpPr>
          <p:nvPr/>
        </p:nvSpPr>
        <p:spPr>
          <a:xfrm xmlns:a="http://schemas.openxmlformats.org/drawingml/2006/main">
            <a:off x="5518425" y="24559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06</a:t>
            </a:r>
            <a:endParaRPr sz="1300" b="1" i="0" u="none" strike="noStrike" cap="none">
              <a:solidFill>
                <a:schemeClr val="lt1"/>
              </a:solidFill>
              <a:latin typeface="IBM Plex Sans Arabic"/>
              <a:ea typeface="IBM Plex Sans Arabic"/>
              <a:cs typeface="IBM Plex Sans Arabic"/>
            </a:endParaRPr>
          </a:p>
        </p:txBody>
      </p:sp>
      <p:sp>
        <p:nvSpPr>
          <p:cNvPr id="135" name="Google Shape;135;p27">
            <a:extLst xmlns:a="http://schemas.openxmlformats.org/drawingml/2006/main">
              <a:ext uri="{FF2B5EF4-FFF2-40B4-BE49-F238E27FC236}">
                <a16:creationId xmlns:a16="http://schemas.microsoft.com/office/drawing/2014/main" id="{CF061E66-B693-4045-B5F9-770A878D5212}"/>
              </a:ext>
            </a:extLst>
          </p:cNvPr>
          <p:cNvSpPr>
            <a:spLocks xmlns:a="http://schemas.openxmlformats.org/drawingml/2006/main" noGrp="1"/>
          </p:cNvSpPr>
          <p:nvPr/>
        </p:nvSpPr>
        <p:spPr>
          <a:xfrm xmlns:a="http://schemas.openxmlformats.org/drawingml/2006/main">
            <a:off x="3358025" y="3141675"/>
            <a:ext cx="20844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2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التحديات والخطة</a:t>
            </a:r>
            <a:endParaRPr sz="1520" b="0" i="0" u="none" strike="noStrike" cap="none">
              <a:solidFill>
                <a:schemeClr val="lt1"/>
              </a:solidFill>
              <a:latin typeface="IBM Plex Sans Arabic"/>
              <a:ea typeface="IBM Plex Sans Arabic"/>
              <a:cs typeface="IBM Plex Sans Arabic"/>
            </a:endParaRPr>
          </a:p>
        </p:txBody>
      </p:sp>
      <p:sp>
        <p:nvSpPr>
          <p:cNvPr id="136" name="Google Shape;136;p27">
            <a:extLst xmlns:a="http://schemas.openxmlformats.org/drawingml/2006/main">
              <a:ext uri="{FF2B5EF4-FFF2-40B4-BE49-F238E27FC236}">
                <a16:creationId xmlns:a16="http://schemas.microsoft.com/office/drawing/2014/main" id="{1817B2D6-33A7-48D2-BB4B-D6A9DD9AAF63}"/>
              </a:ext>
            </a:extLst>
          </p:cNvPr>
          <p:cNvSpPr>
            <a:spLocks xmlns:a="http://schemas.openxmlformats.org/drawingml/2006/main" noGrp="1"/>
          </p:cNvSpPr>
          <p:nvPr/>
        </p:nvSpPr>
        <p:spPr>
          <a:xfrm xmlns:a="http://schemas.openxmlformats.org/drawingml/2006/main">
            <a:off x="5518425" y="31416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07</a:t>
            </a:r>
            <a:endParaRPr sz="1300" b="1" i="0" u="none" strike="noStrike" cap="none">
              <a:solidFill>
                <a:schemeClr val="lt1"/>
              </a:solidFill>
              <a:latin typeface="IBM Plex Sans Arabic"/>
              <a:ea typeface="IBM Plex Sans Arabic"/>
              <a:cs typeface="IBM Plex Sans Arabic"/>
            </a:endParaRPr>
          </a:p>
        </p:txBody>
      </p:sp>
      <p:pic>
        <p:nvPicPr>
          <p:cNvPr id="137" name="">
            <a:extLst xmlns:a="http://schemas.openxmlformats.org/drawingml/2006/main">
              <a:ext uri="{FF2B5EF4-FFF2-40B4-BE49-F238E27FC236}">
                <a16:creationId xmlns:a16="http://schemas.microsoft.com/office/drawing/2014/main" id="{217A3A28-6A52-4F47-B3A1-651D5E965EDF}"/>
              </a:ext>
            </a:extLst>
          </p:cNvPr>
          <p:cNvPicPr>
            <a:picLocks xmlns:a="http://schemas.openxmlformats.org/drawingml/2006/main" noChangeAspect="1"/>
          </p:cNvPicPr>
          <p:nvPr/>
        </p:nvPicPr>
        <p:blipFill>
          <a:blip xmlns:r="http://schemas.openxmlformats.org/officeDocument/2006/relationships" xmlns:a="http://schemas.openxmlformats.org/drawingml/2006/main" r:embed="Redab8688e2b24e9e"/>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1529975853"/>
      </p:ext>
    </p:extLst>
  </p:cSld>
</p:sld>
</file>

<file path=ppt/slides/slide4.xml><?xml version="1.0" encoding="utf-8"?>
<p:sld xmlns:p="http://schemas.openxmlformats.org/presentationml/2006/main">
  <p:cSld>
    <p:bg>
      <p:bgPr>
        <a:blipFill xmlns:a="http://schemas.openxmlformats.org/drawingml/2006/main">
          <a:blip xmlns:r="http://schemas.openxmlformats.org/officeDocument/2006/relationships" r:embed="R8790bad17d154b7b">
            <a:alphaModFix/>
          </a:blip>
          <a:stretch>
            <a:fillRect l="0" t="0" r="0" b="0"/>
          </a:stretch>
        </a:blipFill>
      </p:bgPr>
    </p:bg>
    <p:spTree>
      <p:nvGrpSpPr>
        <p:cNvPr id="1" name=""/>
        <p:cNvGrpSpPr/>
        <p:nvPr/>
      </p:nvGrpSpPr>
      <p:grpSpPr>
        <a:xfrm xmlns:a="http://schemas.openxmlformats.org/drawingml/2006/main"/>
      </p:grpSpPr>
      <p:sp>
        <p:nvSpPr>
          <p:cNvPr id="141" name="Google Shape;141;p28">
            <a:extLst xmlns:a="http://schemas.openxmlformats.org/drawingml/2006/main">
              <a:ext uri="{FF2B5EF4-FFF2-40B4-BE49-F238E27FC236}">
                <a16:creationId xmlns:a16="http://schemas.microsoft.com/office/drawing/2014/main" id="{E2627FB5-5EB2-4811-B24C-4986695FAE6B}"/>
              </a:ext>
            </a:extLst>
          </p:cNvPr>
          <p:cNvSpPr>
            <a:spLocks xmlns:a="http://schemas.openxmlformats.org/drawingml/2006/main" noGrp="1"/>
          </p:cNvSpPr>
          <p:nvPr/>
        </p:nvSpPr>
        <p:spPr>
          <a:xfrm xmlns:a="http://schemas.openxmlformats.org/drawingml/2006/main">
            <a:off x="2381250" y="790575"/>
            <a:ext cx="607695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800"/>
              <a:buFont typeface="Arial"/>
              <a:buNone/>
              <a:defRPr sz="2775" b="1">
                <a:solidFill>
                  <a:srgbClr val="FFFFFF"/>
                </a:solidFill>
                <a:latin typeface="IBM Plex Sans Arabic"/>
                <a:ea typeface="IBM Plex Sans Arabic"/>
                <a:cs typeface="IBM Plex Sans Arabic"/>
              </a:defRPr>
            </a:pPr>
            <a:r>
              <a:rPr sz="2775" b="1" i="0" u="none" strike="noStrike" cap="none" lang="ar-SA">
                <a:solidFill>
                  <a:srgbClr val="FFFFFF"/>
                </a:solidFill>
                <a:latin typeface="IBM Plex Sans Arabic"/>
                <a:ea typeface="IBM Plex Sans Arabic"/>
                <a:cs typeface="IBM Plex Sans Arabic"/>
              </a:rPr>
              <a:t>المشكلة والحل</a:t>
            </a:r>
            <a:endParaRPr sz="2800" b="0" i="0" u="none" strike="noStrike" cap="none">
              <a:solidFill>
                <a:schemeClr val="lt1"/>
              </a:solidFill>
              <a:latin typeface="IBM Plex Sans Arabic"/>
              <a:ea typeface="IBM Plex Sans Arabic"/>
              <a:cs typeface="IBM Plex Sans Arabic"/>
            </a:endParaRPr>
          </a:p>
        </p:txBody>
      </p:sp>
      <p:sp>
        <p:nvSpPr>
          <p:cNvPr id="142" name="Google Shape;142;p28">
            <a:extLst xmlns:a="http://schemas.openxmlformats.org/drawingml/2006/main">
              <a:ext uri="{FF2B5EF4-FFF2-40B4-BE49-F238E27FC236}">
                <a16:creationId xmlns:a16="http://schemas.microsoft.com/office/drawing/2014/main" id="{9F26E29A-A346-4149-B015-0444EA158FF4}"/>
              </a:ext>
            </a:extLst>
          </p:cNvPr>
          <p:cNvSpPr>
            <a:spLocks xmlns:a="http://schemas.openxmlformats.org/drawingml/2006/main" noGrp="1"/>
          </p:cNvSpPr>
          <p:nvPr/>
        </p:nvSpPr>
        <p:spPr>
          <a:xfrm xmlns:a="http://schemas.openxmlformats.org/drawingml/2006/main">
            <a:off x="952500" y="1457325"/>
            <a:ext cx="75057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0">
                <a:solidFill>
                  <a:srgbClr val="FFFFFF"/>
                </a:solidFill>
                <a:latin typeface="IBM Plex Sans Arabic"/>
                <a:ea typeface="IBM Plex Sans Arabic"/>
                <a:cs typeface="IBM Plex Sans Arabic"/>
              </a:defRPr>
            </a:defPPr>
          </a:lstStyle>
          <a:p xmlns:a="http://schemas.openxmlformats.org/drawingml/2006/main">
            <a:pPr lvl="0" algn="r" rtl="1">
              <a:lnSpc>
                <a:spcPct val="115000"/>
              </a:lnSpc>
              <a:buSzPts val="900"/>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القراءات القليلة أو القديمة قد لا تمثل كامل المسطح، فتجعل توقيت الري وكميته أقل وضوحًا.</a:t>
            </a:r>
            <a:endParaRPr sz="900" b="0" i="0" u="none" strike="noStrike" cap="none">
              <a:solidFill>
                <a:schemeClr val="lt1"/>
              </a:solidFill>
              <a:latin typeface="IBM Plex Sans Arabic"/>
              <a:ea typeface="IBM Plex Sans Arabic"/>
              <a:cs typeface="IBM Plex Sans Arabic"/>
            </a:endParaRPr>
          </a:p>
        </p:txBody>
      </p:sp>
      <p:sp>
        <p:nvSpPr>
          <p:cNvPr id="143" name="Google Shape;143;p28">
            <a:extLst xmlns:a="http://schemas.openxmlformats.org/drawingml/2006/main">
              <a:ext uri="{FF2B5EF4-FFF2-40B4-BE49-F238E27FC236}">
                <a16:creationId xmlns:a16="http://schemas.microsoft.com/office/drawing/2014/main" id="{BCD04322-C891-4104-B611-08458C7714BB}"/>
              </a:ext>
            </a:extLst>
          </p:cNvPr>
          <p:cNvSpPr>
            <a:spLocks xmlns:a="http://schemas.openxmlformats.org/drawingml/2006/main" noGrp="1"/>
          </p:cNvSpPr>
          <p:nvPr/>
        </p:nvSpPr>
        <p:spPr>
          <a:xfrm xmlns:a="http://schemas.openxmlformats.org/drawingml/2006/main">
            <a:off x="1028700" y="2276475"/>
            <a:ext cx="4143375"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900"/>
              <a:buFont typeface="Arial"/>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يفحص أنبت الوحدة والوقت والجودة قبل استخدام القراءة.</a:t>
            </a:r>
            <a:endParaRPr sz="900" b="0" i="0" u="none" strike="noStrike" cap="none">
              <a:solidFill>
                <a:schemeClr val="lt1"/>
              </a:solidFill>
              <a:latin typeface="IBM Plex Sans Arabic"/>
              <a:ea typeface="IBM Plex Sans Arabic"/>
              <a:cs typeface="IBM Plex Sans Arabic"/>
            </a:endParaRPr>
          </a:p>
        </p:txBody>
      </p:sp>
      <p:sp>
        <p:nvSpPr>
          <p:cNvPr id="144" name="Google Shape;144;p28">
            <a:extLst xmlns:a="http://schemas.openxmlformats.org/drawingml/2006/main">
              <a:ext uri="{FF2B5EF4-FFF2-40B4-BE49-F238E27FC236}">
                <a16:creationId xmlns:a16="http://schemas.microsoft.com/office/drawing/2014/main" id="{6CDDC80B-2535-466A-BF83-9220917AE72F}"/>
              </a:ext>
            </a:extLst>
          </p:cNvPr>
          <p:cNvSpPr>
            <a:spLocks xmlns:a="http://schemas.openxmlformats.org/drawingml/2006/main" noGrp="1"/>
          </p:cNvSpPr>
          <p:nvPr/>
        </p:nvSpPr>
        <p:spPr>
          <a:xfrm xmlns:a="http://schemas.openxmlformats.org/drawingml/2006/main">
            <a:off x="1028700" y="3048000"/>
            <a:ext cx="4143375"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9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يحدد فجوات التغطية ويقترح موضع القياس التالي.</a:t>
            </a:r>
            <a:endParaRPr sz="900" b="0" i="0" u="none" strike="noStrike" cap="none">
              <a:solidFill>
                <a:schemeClr val="lt1"/>
              </a:solidFill>
              <a:latin typeface="IBM Plex Sans Arabic"/>
              <a:ea typeface="IBM Plex Sans Arabic"/>
              <a:cs typeface="IBM Plex Sans Arabic"/>
            </a:endParaRPr>
          </a:p>
        </p:txBody>
      </p:sp>
      <p:sp>
        <p:nvSpPr>
          <p:cNvPr id="145" name="Google Shape;145;p28">
            <a:extLst xmlns:a="http://schemas.openxmlformats.org/drawingml/2006/main">
              <a:ext uri="{FF2B5EF4-FFF2-40B4-BE49-F238E27FC236}">
                <a16:creationId xmlns:a16="http://schemas.microsoft.com/office/drawing/2014/main" id="{B04206F1-D138-41A0-926B-94730311F8B6}"/>
              </a:ext>
            </a:extLst>
          </p:cNvPr>
          <p:cNvSpPr>
            <a:spLocks xmlns:a="http://schemas.openxmlformats.org/drawingml/2006/main" noGrp="1"/>
          </p:cNvSpPr>
          <p:nvPr/>
        </p:nvSpPr>
        <p:spPr>
          <a:xfrm xmlns:a="http://schemas.openxmlformats.org/drawingml/2006/main">
            <a:off x="1028700" y="3819525"/>
            <a:ext cx="4143375"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9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يشرح سبب القرار ويحسب كمية مشروطة عند كفاية المدخلات.</a:t>
            </a:r>
            <a:endParaRPr sz="900" b="0" i="0" u="none" strike="noStrike" cap="none">
              <a:solidFill>
                <a:schemeClr val="lt1"/>
              </a:solidFill>
              <a:latin typeface="IBM Plex Sans Arabic"/>
              <a:ea typeface="IBM Plex Sans Arabic"/>
              <a:cs typeface="IBM Plex Sans Arabic"/>
            </a:endParaRPr>
          </a:p>
        </p:txBody>
      </p:sp>
      <p:sp>
        <p:nvSpPr>
          <p:cNvPr id="146" name="Google Shape;146;p28">
            <a:extLst xmlns:a="http://schemas.openxmlformats.org/drawingml/2006/main">
              <a:ext uri="{FF2B5EF4-FFF2-40B4-BE49-F238E27FC236}">
                <a16:creationId xmlns:a16="http://schemas.microsoft.com/office/drawing/2014/main" id="{40AA3768-EA25-46BF-B8D2-49E4B0A8D4AB}"/>
              </a:ext>
            </a:extLst>
          </p:cNvPr>
          <p:cNvSpPr>
            <a:spLocks xmlns:a="http://schemas.openxmlformats.org/drawingml/2006/main" noGrp="1"/>
          </p:cNvSpPr>
          <p:nvPr/>
        </p:nvSpPr>
        <p:spPr>
          <a:xfrm xmlns:a="http://schemas.openxmlformats.org/drawingml/2006/main">
            <a:off x="5429250" y="2276475"/>
            <a:ext cx="22288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00"/>
              <a:buFont typeface="Arial"/>
              <a:buNone/>
              <a:defRPr sz="1800" b="1">
                <a:solidFill>
                  <a:srgbClr val="FFFFFF"/>
                </a:solidFill>
                <a:latin typeface="IBM Plex Sans Arabic"/>
                <a:ea typeface="IBM Plex Sans Arabic"/>
                <a:cs typeface="IBM Plex Sans Arabic"/>
              </a:defRPr>
            </a:pPr>
            <a:r>
              <a:rPr sz="1800" b="1" lang="ar-SA">
                <a:solidFill>
                  <a:srgbClr val="FFFFFF"/>
                </a:solidFill>
                <a:latin typeface="IBM Plex Sans Arabic"/>
                <a:ea typeface="IBM Plex Sans Arabic"/>
                <a:cs typeface="IBM Plex Sans Arabic"/>
              </a:rPr>
              <a:t>صلاحية القياس</a:t>
            </a:r>
            <a:endParaRPr sz="1500" b="0" i="0" u="none" strike="noStrike" cap="none">
              <a:solidFill>
                <a:schemeClr val="lt1"/>
              </a:solidFill>
              <a:latin typeface="IBM Plex Sans Arabic"/>
              <a:ea typeface="IBM Plex Sans Arabic"/>
              <a:cs typeface="IBM Plex Sans Arabic"/>
            </a:endParaRPr>
          </a:p>
        </p:txBody>
      </p:sp>
      <p:sp>
        <p:nvSpPr>
          <p:cNvPr id="147" name="Google Shape;147;p28">
            <a:extLst xmlns:a="http://schemas.openxmlformats.org/drawingml/2006/main">
              <a:ext uri="{FF2B5EF4-FFF2-40B4-BE49-F238E27FC236}">
                <a16:creationId xmlns:a16="http://schemas.microsoft.com/office/drawing/2014/main" id="{F4D444A3-502C-4BB8-8974-92EC212143E5}"/>
              </a:ext>
            </a:extLst>
          </p:cNvPr>
          <p:cNvSpPr>
            <a:spLocks xmlns:a="http://schemas.openxmlformats.org/drawingml/2006/main" noGrp="1"/>
          </p:cNvSpPr>
          <p:nvPr/>
        </p:nvSpPr>
        <p:spPr>
          <a:xfrm xmlns:a="http://schemas.openxmlformats.org/drawingml/2006/main">
            <a:off x="5429250" y="3048000"/>
            <a:ext cx="22288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00"/>
              <a:buFont typeface="Arial"/>
              <a:buNone/>
              <a:defRPr sz="1800" b="1">
                <a:solidFill>
                  <a:srgbClr val="FFFFFF"/>
                </a:solidFill>
                <a:latin typeface="IBM Plex Sans Arabic"/>
                <a:ea typeface="IBM Plex Sans Arabic"/>
                <a:cs typeface="IBM Plex Sans Arabic"/>
              </a:defRPr>
            </a:pPr>
            <a:r>
              <a:rPr sz="1800" b="1" i="0" u="none" strike="noStrike" cap="none" lang="ar-SA">
                <a:solidFill>
                  <a:srgbClr val="FFFFFF"/>
                </a:solidFill>
                <a:latin typeface="IBM Plex Sans Arabic"/>
                <a:ea typeface="IBM Plex Sans Arabic"/>
                <a:cs typeface="IBM Plex Sans Arabic"/>
              </a:rPr>
              <a:t>أين نقيس؟</a:t>
            </a:r>
            <a:endParaRPr sz="1500" b="0" i="0" u="none" strike="noStrike" cap="none">
              <a:solidFill>
                <a:schemeClr val="lt1"/>
              </a:solidFill>
              <a:latin typeface="IBM Plex Sans Arabic"/>
              <a:ea typeface="IBM Plex Sans Arabic"/>
              <a:cs typeface="IBM Plex Sans Arabic"/>
            </a:endParaRPr>
          </a:p>
        </p:txBody>
      </p:sp>
      <p:sp>
        <p:nvSpPr>
          <p:cNvPr id="148" name="Google Shape;148;p28">
            <a:extLst xmlns:a="http://schemas.openxmlformats.org/drawingml/2006/main">
              <a:ext uri="{FF2B5EF4-FFF2-40B4-BE49-F238E27FC236}">
                <a16:creationId xmlns:a16="http://schemas.microsoft.com/office/drawing/2014/main" id="{D29E4DE4-7F67-4BB3-B953-FC009D2B69C3}"/>
              </a:ext>
            </a:extLst>
          </p:cNvPr>
          <p:cNvSpPr>
            <a:spLocks xmlns:a="http://schemas.openxmlformats.org/drawingml/2006/main" noGrp="1"/>
          </p:cNvSpPr>
          <p:nvPr/>
        </p:nvSpPr>
        <p:spPr>
          <a:xfrm xmlns:a="http://schemas.openxmlformats.org/drawingml/2006/main">
            <a:off x="5429250" y="3819525"/>
            <a:ext cx="22288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500"/>
              <a:buFont typeface="Arial"/>
              <a:buNone/>
              <a:defRPr sz="1800" b="1">
                <a:solidFill>
                  <a:srgbClr val="FFFFFF"/>
                </a:solidFill>
                <a:latin typeface="IBM Plex Sans Arabic"/>
                <a:ea typeface="IBM Plex Sans Arabic"/>
                <a:cs typeface="IBM Plex Sans Arabic"/>
              </a:defRPr>
            </a:pPr>
            <a:r>
              <a:rPr sz="1800" b="1" i="0" u="none" strike="noStrike" cap="none" lang="ar-SA">
                <a:solidFill>
                  <a:srgbClr val="FFFFFF"/>
                </a:solidFill>
                <a:latin typeface="IBM Plex Sans Arabic"/>
                <a:ea typeface="IBM Plex Sans Arabic"/>
                <a:cs typeface="IBM Plex Sans Arabic"/>
              </a:rPr>
              <a:t>قرار مفسّر</a:t>
            </a:r>
            <a:endParaRPr sz="1500" b="0" i="0" u="none" strike="noStrike" cap="none">
              <a:solidFill>
                <a:schemeClr val="lt1"/>
              </a:solidFill>
              <a:latin typeface="IBM Plex Sans Arabic"/>
              <a:ea typeface="IBM Plex Sans Arabic"/>
              <a:cs typeface="IBM Plex Sans Arabic"/>
            </a:endParaRPr>
          </a:p>
        </p:txBody>
      </p:sp>
      <p:pic>
        <p:nvPicPr>
          <p:cNvPr id="150" name="Google Shape;150;p28">
            <a:extLst xmlns:a="http://schemas.openxmlformats.org/drawingml/2006/main">
              <a:ext uri="{FF2B5EF4-FFF2-40B4-BE49-F238E27FC236}">
                <a16:creationId xmlns:a16="http://schemas.microsoft.com/office/drawing/2014/main" id="{FB7C974A-DCEB-43ED-975A-4EC7FE5F554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e5f78e8084458e">
            <a:alphaModFix/>
          </a:blip>
          <a:srcRect xmlns:a="http://schemas.openxmlformats.org/drawingml/2006/main" l="0" t="0" r="0" b="0"/>
          <a:stretch xmlns:a="http://schemas.openxmlformats.org/drawingml/2006/main"/>
        </p:blipFill>
        <p:spPr>
          <a:xfrm xmlns:a="http://schemas.openxmlformats.org/drawingml/2006/main" rot="0" flipH="0" flipV="0">
            <a:off x="8020812" y="2310188"/>
            <a:ext cx="388475" cy="388475"/>
          </a:xfrm>
          <a:prstGeom xmlns:a="http://schemas.openxmlformats.org/drawingml/2006/main" prst="rect">
            <a:avLst/>
          </a:prstGeom>
          <a:ln xmlns:a="http://schemas.openxmlformats.org/drawingml/2006/main">
            <a:noFill/>
          </a:ln>
        </p:spPr>
      </p:pic>
      <p:pic>
        <p:nvPicPr>
          <p:cNvPr id="151" name="Google Shape;151;p28">
            <a:extLst xmlns:a="http://schemas.openxmlformats.org/drawingml/2006/main">
              <a:ext uri="{FF2B5EF4-FFF2-40B4-BE49-F238E27FC236}">
                <a16:creationId xmlns:a16="http://schemas.microsoft.com/office/drawing/2014/main" id="{4B1F4A59-70E3-40DF-A1C3-1C7D2DEB95E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c905e9a5e5549d6">
            <a:alphaModFix/>
          </a:blip>
          <a:srcRect xmlns:a="http://schemas.openxmlformats.org/drawingml/2006/main" l="0" t="0" r="0" b="0"/>
          <a:stretch xmlns:a="http://schemas.openxmlformats.org/drawingml/2006/main"/>
        </p:blipFill>
        <p:spPr>
          <a:xfrm xmlns:a="http://schemas.openxmlformats.org/drawingml/2006/main" rot="0" flipH="0" flipV="0">
            <a:off x="7972475" y="2059231"/>
            <a:ext cx="485125" cy="485125"/>
          </a:xfrm>
          <a:prstGeom xmlns:a="http://schemas.openxmlformats.org/drawingml/2006/main" prst="rect">
            <a:avLst/>
          </a:prstGeom>
          <a:ln xmlns:a="http://schemas.openxmlformats.org/drawingml/2006/main">
            <a:noFill/>
          </a:ln>
        </p:spPr>
      </p:pic>
      <p:pic>
        <p:nvPicPr>
          <p:cNvPr id="153" name="Google Shape;153;p28">
            <a:extLst xmlns:a="http://schemas.openxmlformats.org/drawingml/2006/main">
              <a:ext uri="{FF2B5EF4-FFF2-40B4-BE49-F238E27FC236}">
                <a16:creationId xmlns:a16="http://schemas.microsoft.com/office/drawing/2014/main" id="{2424FC0E-B8B0-498B-8D0C-6B203FF2DF9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c1224ef6d4a4450">
            <a:alphaModFix/>
          </a:blip>
          <a:srcRect xmlns:a="http://schemas.openxmlformats.org/drawingml/2006/main" l="0" t="0" r="0" b="0"/>
          <a:stretch xmlns:a="http://schemas.openxmlformats.org/drawingml/2006/main"/>
        </p:blipFill>
        <p:spPr>
          <a:xfrm xmlns:a="http://schemas.openxmlformats.org/drawingml/2006/main" rot="0" flipH="0" flipV="0">
            <a:off x="8020800" y="2848776"/>
            <a:ext cx="388475" cy="388475"/>
          </a:xfrm>
          <a:prstGeom xmlns:a="http://schemas.openxmlformats.org/drawingml/2006/main" prst="rect">
            <a:avLst/>
          </a:prstGeom>
          <a:ln xmlns:a="http://schemas.openxmlformats.org/drawingml/2006/main">
            <a:noFill/>
          </a:ln>
        </p:spPr>
      </p:pic>
      <p:pic>
        <p:nvPicPr>
          <p:cNvPr id="154" name="Google Shape;154;p28">
            <a:extLst xmlns:a="http://schemas.openxmlformats.org/drawingml/2006/main">
              <a:ext uri="{FF2B5EF4-FFF2-40B4-BE49-F238E27FC236}">
                <a16:creationId xmlns:a16="http://schemas.microsoft.com/office/drawing/2014/main" id="{1E617B35-F683-421F-8D40-17CB6433090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e5f78e8084458e">
            <a:alphaModFix/>
          </a:blip>
          <a:srcRect xmlns:a="http://schemas.openxmlformats.org/drawingml/2006/main" l="0" t="0" r="0" b="0"/>
          <a:stretch xmlns:a="http://schemas.openxmlformats.org/drawingml/2006/main"/>
        </p:blipFill>
        <p:spPr>
          <a:xfrm xmlns:a="http://schemas.openxmlformats.org/drawingml/2006/main" rot="0" flipH="0" flipV="0">
            <a:off x="8020800" y="3044614"/>
            <a:ext cx="388475" cy="388475"/>
          </a:xfrm>
          <a:prstGeom xmlns:a="http://schemas.openxmlformats.org/drawingml/2006/main" prst="rect">
            <a:avLst/>
          </a:prstGeom>
          <a:ln xmlns:a="http://schemas.openxmlformats.org/drawingml/2006/main">
            <a:noFill/>
          </a:ln>
        </p:spPr>
      </p:pic>
      <p:pic>
        <p:nvPicPr>
          <p:cNvPr id="156" name="Google Shape;156;p28">
            <a:extLst xmlns:a="http://schemas.openxmlformats.org/drawingml/2006/main">
              <a:ext uri="{FF2B5EF4-FFF2-40B4-BE49-F238E27FC236}">
                <a16:creationId xmlns:a16="http://schemas.microsoft.com/office/drawing/2014/main" id="{4ED12E7A-AA8B-47C8-810F-75D5ED1A24A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f3f47d9338844ac">
            <a:alphaModFix/>
          </a:blip>
          <a:srcRect xmlns:a="http://schemas.openxmlformats.org/drawingml/2006/main" l="0" t="0" r="0" b="0"/>
          <a:stretch xmlns:a="http://schemas.openxmlformats.org/drawingml/2006/main"/>
        </p:blipFill>
        <p:spPr>
          <a:xfrm xmlns:a="http://schemas.openxmlformats.org/drawingml/2006/main" rot="0" flipH="0" flipV="0">
            <a:off x="8003424" y="3583230"/>
            <a:ext cx="423224" cy="423250"/>
          </a:xfrm>
          <a:prstGeom xmlns:a="http://schemas.openxmlformats.org/drawingml/2006/main" prst="rect">
            <a:avLst/>
          </a:prstGeom>
          <a:ln xmlns:a="http://schemas.openxmlformats.org/drawingml/2006/main">
            <a:noFill/>
          </a:ln>
        </p:spPr>
      </p:pic>
      <p:pic>
        <p:nvPicPr>
          <p:cNvPr id="157" name="Google Shape;157;p28">
            <a:extLst xmlns:a="http://schemas.openxmlformats.org/drawingml/2006/main">
              <a:ext uri="{FF2B5EF4-FFF2-40B4-BE49-F238E27FC236}">
                <a16:creationId xmlns:a16="http://schemas.microsoft.com/office/drawing/2014/main" id="{7013331A-9677-4F78-AD16-A3C9ADB8E03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e5f78e8084458e">
            <a:alphaModFix/>
          </a:blip>
          <a:srcRect xmlns:a="http://schemas.openxmlformats.org/drawingml/2006/main" l="0" t="0" r="0" b="0"/>
          <a:stretch xmlns:a="http://schemas.openxmlformats.org/drawingml/2006/main"/>
        </p:blipFill>
        <p:spPr>
          <a:xfrm xmlns:a="http://schemas.openxmlformats.org/drawingml/2006/main" rot="0" flipH="0" flipV="0">
            <a:off x="8038175" y="3760352"/>
            <a:ext cx="388475" cy="388475"/>
          </a:xfrm>
          <a:prstGeom xmlns:a="http://schemas.openxmlformats.org/drawingml/2006/main" prst="rect">
            <a:avLst/>
          </a:prstGeom>
          <a:ln xmlns:a="http://schemas.openxmlformats.org/drawingml/2006/main">
            <a:noFill/>
          </a:ln>
        </p:spPr>
      </p:pic>
      <p:pic>
        <p:nvPicPr>
          <p:cNvPr id="158" name="">
            <a:extLst xmlns:a="http://schemas.openxmlformats.org/drawingml/2006/main">
              <a:ext uri="{FF2B5EF4-FFF2-40B4-BE49-F238E27FC236}">
                <a16:creationId xmlns:a16="http://schemas.microsoft.com/office/drawing/2014/main" id="{ABF0C208-CE0A-4144-A957-AD8025F6F93A}"/>
              </a:ext>
            </a:extLst>
          </p:cNvPr>
          <p:cNvPicPr>
            <a:picLocks xmlns:a="http://schemas.openxmlformats.org/drawingml/2006/main" noChangeAspect="1"/>
          </p:cNvPicPr>
          <p:nvPr/>
        </p:nvPicPr>
        <p:blipFill>
          <a:blip xmlns:r="http://schemas.openxmlformats.org/officeDocument/2006/relationships" xmlns:a="http://schemas.openxmlformats.org/drawingml/2006/main" r:embed="R158e3cd8d4d849f0"/>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256325351"/>
      </p:ext>
    </p:extLst>
  </p:cSld>
</p:sld>
</file>

<file path=ppt/slides/slide5.xml><?xml version="1.0" encoding="utf-8"?>
<p:sld xmlns:p="http://schemas.openxmlformats.org/presentationml/2006/main">
  <p:cSld>
    <p:bg>
      <p:bgPr>
        <a:blipFill xmlns:a="http://schemas.openxmlformats.org/drawingml/2006/main">
          <a:blip xmlns:r="http://schemas.openxmlformats.org/officeDocument/2006/relationships" r:embed="Ra8f9de05652048b1">
            <a:alphaModFix/>
          </a:blip>
          <a:stretch>
            <a:fillRect l="0" t="0" r="0" b="0"/>
          </a:stretch>
        </a:blipFill>
      </p:bgPr>
    </p:bg>
    <p:spTree>
      <p:nvGrpSpPr>
        <p:cNvPr id="1" name=""/>
        <p:cNvGrpSpPr/>
        <p:nvPr/>
      </p:nvGrpSpPr>
      <p:grpSpPr>
        <a:xfrm xmlns:a="http://schemas.openxmlformats.org/drawingml/2006/main"/>
      </p:grpSpPr>
      <p:sp>
        <p:nvSpPr>
          <p:cNvPr id="162" name="Google Shape;162;p29">
            <a:extLst xmlns:a="http://schemas.openxmlformats.org/drawingml/2006/main">
              <a:ext uri="{FF2B5EF4-FFF2-40B4-BE49-F238E27FC236}">
                <a16:creationId xmlns:a16="http://schemas.microsoft.com/office/drawing/2014/main" id="{259691D7-D162-4943-BE09-068B2376A6D5}"/>
              </a:ext>
            </a:extLst>
          </p:cNvPr>
          <p:cNvSpPr>
            <a:spLocks xmlns:a="http://schemas.openxmlformats.org/drawingml/2006/main" noGrp="1"/>
          </p:cNvSpPr>
          <p:nvPr/>
        </p:nvSpPr>
        <p:spPr>
          <a:xfrm xmlns:a="http://schemas.openxmlformats.org/drawingml/2006/main">
            <a:off x="2381250" y="790575"/>
            <a:ext cx="607695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chemeClr val="dk1"/>
              </a:buClr>
              <a:buSzPts val="1100"/>
              <a:buFont typeface="Arial"/>
              <a:buNone/>
              <a:defRPr sz="2775" b="1">
                <a:solidFill>
                  <a:srgbClr val="FFFFFF"/>
                </a:solidFill>
                <a:latin typeface="IBM Plex Sans Arabic"/>
                <a:ea typeface="IBM Plex Sans Arabic"/>
                <a:cs typeface="IBM Plex Sans Arabic"/>
              </a:defRPr>
            </a:pPr>
            <a:r>
              <a:rPr sz="2775" b="1" i="0" u="none" strike="noStrike" cap="none" lang="ar-SA">
                <a:solidFill>
                  <a:srgbClr val="FFFFFF"/>
                </a:solidFill>
                <a:latin typeface="IBM Plex Sans Arabic"/>
                <a:ea typeface="IBM Plex Sans Arabic"/>
                <a:cs typeface="IBM Plex Sans Arabic"/>
              </a:rPr>
              <a:t>البيانات المستخدمة</a:t>
            </a:r>
            <a:endParaRPr sz="2800" b="0" i="0" u="none" strike="noStrike" cap="none">
              <a:solidFill>
                <a:schemeClr val="lt1"/>
              </a:solidFill>
              <a:latin typeface="IBM Plex Sans Arabic"/>
              <a:ea typeface="IBM Plex Sans Arabic"/>
              <a:cs typeface="IBM Plex Sans Arabic"/>
            </a:endParaRPr>
          </a:p>
        </p:txBody>
      </p:sp>
      <p:sp>
        <p:nvSpPr>
          <p:cNvPr id="163" name="Google Shape;163;p29">
            <a:extLst xmlns:a="http://schemas.openxmlformats.org/drawingml/2006/main">
              <a:ext uri="{FF2B5EF4-FFF2-40B4-BE49-F238E27FC236}">
                <a16:creationId xmlns:a16="http://schemas.microsoft.com/office/drawing/2014/main" id="{BC48F19C-A63C-4DE8-AB73-95DBFBD62997}"/>
              </a:ext>
            </a:extLst>
          </p:cNvPr>
          <p:cNvSpPr>
            <a:spLocks xmlns:a="http://schemas.openxmlformats.org/drawingml/2006/main" noGrp="1"/>
          </p:cNvSpPr>
          <p:nvPr/>
        </p:nvSpPr>
        <p:spPr>
          <a:xfrm xmlns:a="http://schemas.openxmlformats.org/drawingml/2006/main">
            <a:off x="904875" y="1438275"/>
            <a:ext cx="755332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000"/>
              <a:buFont typeface="Arial"/>
              <a:buNone/>
              <a:defRPr sz="1725" b="0">
                <a:solidFill>
                  <a:srgbClr val="FFFFFF"/>
                </a:solidFill>
                <a:latin typeface="IBM Plex Sans Arabic"/>
                <a:ea typeface="IBM Plex Sans Arabic"/>
                <a:cs typeface="IBM Plex Sans Arabic"/>
              </a:defRPr>
            </a:pPr>
            <a:r>
              <a:rPr sz="1725" b="0" i="0" u="none" strike="noStrike" cap="none" lang="ar-SA">
                <a:solidFill>
                  <a:srgbClr val="FFFFFF"/>
                </a:solidFill>
                <a:latin typeface="IBM Plex Sans Arabic"/>
                <a:ea typeface="IBM Plex Sans Arabic"/>
                <a:cs typeface="IBM Plex Sans Arabic"/>
              </a:rPr>
              <a:t>نميز بوضوح بين بيانات العرض المحفوظة ونتائج السيناريو المؤقتة.</a:t>
            </a:r>
            <a:endParaRPr sz="900" b="0" i="0" u="none" strike="noStrike" cap="none">
              <a:solidFill>
                <a:schemeClr val="lt1"/>
              </a:solidFill>
              <a:latin typeface="IBM Plex Sans Arabic"/>
              <a:ea typeface="IBM Plex Sans Arabic"/>
              <a:cs typeface="IBM Plex Sans Arabic"/>
            </a:endParaRPr>
          </a:p>
        </p:txBody>
      </p:sp>
      <p:sp>
        <p:nvSpPr>
          <p:cNvPr id="164" name="Google Shape;164;p29">
            <a:extLst xmlns:a="http://schemas.openxmlformats.org/drawingml/2006/main">
              <a:ext uri="{FF2B5EF4-FFF2-40B4-BE49-F238E27FC236}">
                <a16:creationId xmlns:a16="http://schemas.microsoft.com/office/drawing/2014/main" id="{F49127E7-B206-4F18-BC92-EA830A47A8F7}"/>
              </a:ext>
            </a:extLst>
          </p:cNvPr>
          <p:cNvSpPr>
            <a:spLocks xmlns:a="http://schemas.openxmlformats.org/drawingml/2006/main" noGrp="1"/>
          </p:cNvSpPr>
          <p:nvPr/>
        </p:nvSpPr>
        <p:spPr>
          <a:xfrm xmlns:a="http://schemas.openxmlformats.org/drawingml/2006/main">
            <a:off x="904875" y="2028825"/>
            <a:ext cx="7553325"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marL="457200" marR="0" lvl="0" indent="-292100" algn="r" rtl="1">
              <a:lnSpc>
                <a:spcPct val="115000"/>
              </a:lnSpc>
              <a:spcBef>
                <a:spcPts val="0"/>
              </a:spcBef>
              <a:spcAft>
                <a:spcPts val="0"/>
              </a:spcAft>
              <a:buClr>
                <a:schemeClr val="lt1"/>
              </a:buClr>
              <a:buSzPts val="1000"/>
              <a:buFont typeface="IBM Plex Sans Arabic"/>
              <a:buChar char="●"/>
              <a:defRPr sz="1650" b="0">
                <a:solidFill>
                  <a:srgbClr val="FFFFFF"/>
                </a:solidFill>
                <a:latin typeface="IBM Plex Sans Arabic"/>
                <a:ea typeface="IBM Plex Sans Arabic"/>
                <a:cs typeface="IBM Plex Sans Arabic"/>
              </a:defRPr>
            </a:pPr>
            <a:r>
              <a:rPr sz="1650" b="0" i="0" u="none" strike="noStrike" cap="none" lang="ar-SA">
                <a:solidFill>
                  <a:srgbClr val="FFFFFF"/>
                </a:solidFill>
                <a:latin typeface="IBM Plex Sans Arabic"/>
                <a:ea typeface="IBM Plex Sans Arabic"/>
                <a:cs typeface="IBM Plex Sans Arabic"/>
              </a:rPr>
              <a:t>قراءات رطوبة يدوية أو مولّدة للعرض، مع الوقت والوحدة والجودة.</a:t>
            </a:r>
            <a:endParaRPr sz="1000" b="0" i="0" u="none" strike="noStrike" cap="none">
              <a:solidFill>
                <a:schemeClr val="lt1"/>
              </a:solidFill>
              <a:latin typeface="IBM Plex Sans Arabic"/>
              <a:ea typeface="IBM Plex Sans Arabic"/>
              <a:cs typeface="IBM Plex Sans Arabic"/>
            </a:endParaRPr>
          </a:p>
          <a:p xmlns:a="http://schemas.openxmlformats.org/drawingml/2006/main">
            <a:pPr marL="457200" marR="0" lvl="0" indent="-292100" algn="r" rtl="1">
              <a:lnSpc>
                <a:spcPct val="115000"/>
              </a:lnSpc>
              <a:spcBef>
                <a:spcPts val="0"/>
              </a:spcBef>
              <a:spcAft>
                <a:spcPts val="0"/>
              </a:spcAft>
              <a:buClr>
                <a:schemeClr val="lt1"/>
              </a:buClr>
              <a:buSzPts val="1000"/>
              <a:buFont typeface="IBM Plex Sans Arabic"/>
              <a:buChar char="●"/>
              <a:defRPr sz="1650" b="0">
                <a:solidFill>
                  <a:srgbClr val="FFFFFF"/>
                </a:solidFill>
                <a:latin typeface="IBM Plex Sans Arabic"/>
                <a:ea typeface="IBM Plex Sans Arabic"/>
                <a:cs typeface="IBM Plex Sans Arabic"/>
              </a:defRPr>
            </a:pPr>
            <a:r>
              <a:rPr sz="1650" b="0" i="0" u="none" strike="noStrike" cap="none" lang="ar-SA">
                <a:solidFill>
                  <a:srgbClr val="FFFFFF"/>
                </a:solidFill>
                <a:latin typeface="IBM Plex Sans Arabic"/>
                <a:ea typeface="IBM Plex Sans Arabic"/>
                <a:cs typeface="IBM Plex Sans Arabic"/>
              </a:rPr>
              <a:t>ملفات نبات وتربة ومساحة وعمق جذور وكفاءة معلنة الافتراضات.</a:t>
            </a:r>
            <a:endParaRPr sz="1000" b="0" i="0" u="none" strike="noStrike" cap="none">
              <a:solidFill>
                <a:schemeClr val="lt1"/>
              </a:solidFill>
              <a:latin typeface="IBM Plex Sans Arabic"/>
              <a:ea typeface="IBM Plex Sans Arabic"/>
              <a:cs typeface="IBM Plex Sans Arabic"/>
            </a:endParaRPr>
          </a:p>
          <a:p xmlns:a="http://schemas.openxmlformats.org/drawingml/2006/main">
            <a:pPr marL="457200" marR="0" lvl="0" indent="-292100" algn="r" rtl="1">
              <a:lnSpc>
                <a:spcPct val="115000"/>
              </a:lnSpc>
              <a:spcBef>
                <a:spcPts val="0"/>
              </a:spcBef>
              <a:spcAft>
                <a:spcPts val="0"/>
              </a:spcAft>
              <a:buClr>
                <a:schemeClr val="lt1"/>
              </a:buClr>
              <a:buSzPts val="1000"/>
              <a:buFont typeface="IBM Plex Sans Arabic"/>
              <a:buChar char="●"/>
              <a:defRPr sz="1650" b="0">
                <a:solidFill>
                  <a:srgbClr val="FFFFFF"/>
                </a:solidFill>
                <a:latin typeface="IBM Plex Sans Arabic"/>
                <a:ea typeface="IBM Plex Sans Arabic"/>
                <a:cs typeface="IBM Plex Sans Arabic"/>
              </a:defRPr>
            </a:pPr>
            <a:r>
              <a:rPr sz="1650" b="0" i="0" u="none" strike="noStrike" cap="none" lang="ar-SA">
                <a:solidFill>
                  <a:srgbClr val="FFFFFF"/>
                </a:solidFill>
                <a:latin typeface="IBM Plex Sans Arabic"/>
                <a:ea typeface="IBM Plex Sans Arabic"/>
                <a:cs typeface="IBM Plex Sans Arabic"/>
              </a:rPr>
              <a:t>معلومات النباتات والمدن مستقلة عن حسابات الري.</a:t>
            </a:r>
            <a:endParaRPr sz="1000" b="0" i="0" u="none" strike="noStrike" cap="none">
              <a:solidFill>
                <a:schemeClr val="lt1"/>
              </a:solidFill>
              <a:latin typeface="IBM Plex Sans Arabic"/>
              <a:ea typeface="IBM Plex Sans Arabic"/>
              <a:cs typeface="IBM Plex Sans Arabic"/>
            </a:endParaRPr>
          </a:p>
        </p:txBody>
      </p:sp>
      <p:pic>
        <p:nvPicPr>
          <p:cNvPr id="165" name="Google Shape;165;p29">
            <a:extLst xmlns:a="http://schemas.openxmlformats.org/drawingml/2006/main">
              <a:ext uri="{FF2B5EF4-FFF2-40B4-BE49-F238E27FC236}">
                <a16:creationId xmlns:a16="http://schemas.microsoft.com/office/drawing/2014/main" id="{80932188-E643-474D-86B9-64E2A169F1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f34512f0b34bc8">
            <a:alphaModFix/>
          </a:blip>
          <a:srcRect xmlns:a="http://schemas.openxmlformats.org/drawingml/2006/main" l="0" t="0" r="0" b="0"/>
          <a:stretch xmlns:a="http://schemas.openxmlformats.org/drawingml/2006/main"/>
        </p:blipFill>
        <p:spPr>
          <a:xfrm xmlns:a="http://schemas.openxmlformats.org/drawingml/2006/main">
            <a:off x="2047875" y="3276600"/>
            <a:ext cx="2171700" cy="1028700"/>
          </a:xfrm>
          <a:prstGeom xmlns:a="http://schemas.openxmlformats.org/drawingml/2006/main" prst="rect">
            <a:avLst/>
          </a:prstGeom>
          <a:ln xmlns:a="http://schemas.openxmlformats.org/drawingml/2006/main">
            <a:noFill/>
          </a:ln>
        </p:spPr>
      </p:pic>
      <p:sp>
        <p:nvSpPr>
          <p:cNvPr id="166" name="Google Shape;166;p29">
            <a:extLst xmlns:a="http://schemas.openxmlformats.org/drawingml/2006/main">
              <a:ext uri="{FF2B5EF4-FFF2-40B4-BE49-F238E27FC236}">
                <a16:creationId xmlns:a16="http://schemas.microsoft.com/office/drawing/2014/main" id="{0CF9B3E9-FE92-47AF-8108-B8C3FFD583F7}"/>
              </a:ext>
            </a:extLst>
          </p:cNvPr>
          <p:cNvSpPr>
            <a:spLocks xmlns:a="http://schemas.openxmlformats.org/drawingml/2006/main" noGrp="1"/>
          </p:cNvSpPr>
          <p:nvPr/>
        </p:nvSpPr>
        <p:spPr>
          <a:xfrm xmlns:a="http://schemas.openxmlformats.org/drawingml/2006/main">
            <a:off x="2276475" y="3333750"/>
            <a:ext cx="1714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475" b="1">
                <a:solidFill>
                  <a:srgbClr val="FFFFFF"/>
                </a:solidFill>
                <a:latin typeface="IBM Plex Sans Arabic"/>
                <a:ea typeface="IBM Plex Sans Arabic"/>
                <a:cs typeface="IBM Plex Sans Arabic"/>
              </a:defRPr>
            </a:defPPr>
          </a:lstStyle>
          <a:p xmlns:a="http://schemas.openxmlformats.org/drawingml/2006/main">
            <a:pPr marL="0" marR="0" lvl="0" indent="0" algn="ctr">
              <a:lnSpc>
                <a:spcPct val="115000"/>
              </a:lnSpc>
              <a:spcBef>
                <a:spcPts val="0"/>
              </a:spcBef>
              <a:spcAft>
                <a:spcPts val="0"/>
              </a:spcAft>
              <a:buClr>
                <a:srgbClr val="000000"/>
              </a:buClr>
              <a:buSzPts val="2200"/>
              <a:buFont typeface="Arial"/>
              <a:buNone/>
              <a:defRPr sz="2475" b="1">
                <a:solidFill>
                  <a:srgbClr val="FFFFFF"/>
                </a:solidFill>
                <a:latin typeface="IBM Plex Sans Arabic"/>
                <a:ea typeface="IBM Plex Sans Arabic"/>
                <a:cs typeface="IBM Plex Sans Arabic"/>
              </a:defRPr>
            </a:pPr>
            <a:r>
              <a:rPr sz="2475" b="1" i="0" u="none" strike="noStrike" cap="none">
                <a:solidFill>
                  <a:srgbClr val="FFFFFF"/>
                </a:solidFill>
                <a:latin typeface="IBM Plex Sans Arabic"/>
                <a:ea typeface="IBM Plex Sans Arabic"/>
                <a:cs typeface="IBM Plex Sans Arabic"/>
              </a:rPr>
              <a:t>17</a:t>
            </a:r>
            <a:endParaRPr sz="2200" b="0" i="0" u="none" strike="noStrike" cap="none">
              <a:solidFill>
                <a:srgbClr val="D30D3A"/>
              </a:solidFill>
              <a:latin typeface="IBM Plex Sans Arabic Medium"/>
              <a:ea typeface="IBM Plex Sans Arabic Medium"/>
              <a:cs typeface="IBM Plex Sans Arabic Medium"/>
            </a:endParaRPr>
          </a:p>
        </p:txBody>
      </p:sp>
      <p:sp>
        <p:nvSpPr>
          <p:cNvPr id="167" name="Google Shape;167;p29">
            <a:extLst xmlns:a="http://schemas.openxmlformats.org/drawingml/2006/main">
              <a:ext uri="{FF2B5EF4-FFF2-40B4-BE49-F238E27FC236}">
                <a16:creationId xmlns:a16="http://schemas.microsoft.com/office/drawing/2014/main" id="{A461C8F0-0CCF-4E40-B3BF-5D92239FAE13}"/>
              </a:ext>
            </a:extLst>
          </p:cNvPr>
          <p:cNvSpPr>
            <a:spLocks xmlns:a="http://schemas.openxmlformats.org/drawingml/2006/main" noGrp="1"/>
          </p:cNvSpPr>
          <p:nvPr/>
        </p:nvSpPr>
        <p:spPr>
          <a:xfrm xmlns:a="http://schemas.openxmlformats.org/drawingml/2006/main">
            <a:off x="2095500" y="3781425"/>
            <a:ext cx="2076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00" b="0">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0"/>
              </a:spcAft>
              <a:buClr>
                <a:schemeClr val="dk1"/>
              </a:buClr>
              <a:buSzPts val="1100"/>
              <a:buFont typeface="Arial"/>
              <a:buNone/>
              <a:defRPr sz="1500" b="0">
                <a:solidFill>
                  <a:srgbClr val="FFFFFF"/>
                </a:solidFill>
                <a:latin typeface="IBM Plex Sans Arabic"/>
                <a:ea typeface="IBM Plex Sans Arabic"/>
                <a:cs typeface="IBM Plex Sans Arabic"/>
              </a:defRPr>
            </a:pPr>
            <a:r>
              <a:rPr sz="1500" b="0" i="0" u="none" strike="noStrike" cap="none" lang="ar-SA">
                <a:solidFill>
                  <a:srgbClr val="FFFFFF"/>
                </a:solidFill>
                <a:latin typeface="IBM Plex Sans Arabic"/>
                <a:ea typeface="IBM Plex Sans Arabic"/>
                <a:cs typeface="IBM Plex Sans Arabic"/>
              </a:rPr>
              <a:t>نباتًا في المستكشف</a:t>
            </a:r>
            <a:endParaRPr sz="1500" b="0" i="0" u="none" strike="noStrike" cap="none">
              <a:solidFill>
                <a:srgbClr val="D30D3A"/>
              </a:solidFill>
              <a:latin typeface="IBM Plex Sans Arabic"/>
              <a:ea typeface="IBM Plex Sans Arabic"/>
              <a:cs typeface="IBM Plex Sans Arabic"/>
            </a:endParaRPr>
          </a:p>
        </p:txBody>
      </p:sp>
      <p:pic>
        <p:nvPicPr>
          <p:cNvPr id="168" name="Google Shape;168;p29">
            <a:extLst xmlns:a="http://schemas.openxmlformats.org/drawingml/2006/main">
              <a:ext uri="{FF2B5EF4-FFF2-40B4-BE49-F238E27FC236}">
                <a16:creationId xmlns:a16="http://schemas.microsoft.com/office/drawing/2014/main" id="{7FCB6EEA-5904-4BE6-A0F9-820110888BA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f34512f0b34bc8">
            <a:alphaModFix/>
          </a:blip>
          <a:srcRect xmlns:a="http://schemas.openxmlformats.org/drawingml/2006/main" l="0" t="0" r="0" b="0"/>
          <a:stretch xmlns:a="http://schemas.openxmlformats.org/drawingml/2006/main"/>
        </p:blipFill>
        <p:spPr>
          <a:xfrm xmlns:a="http://schemas.openxmlformats.org/drawingml/2006/main">
            <a:off x="4238625" y="3276600"/>
            <a:ext cx="2171700" cy="1028700"/>
          </a:xfrm>
          <a:prstGeom xmlns:a="http://schemas.openxmlformats.org/drawingml/2006/main" prst="rect">
            <a:avLst/>
          </a:prstGeom>
          <a:ln xmlns:a="http://schemas.openxmlformats.org/drawingml/2006/main">
            <a:noFill/>
          </a:ln>
        </p:spPr>
      </p:pic>
      <p:sp>
        <p:nvSpPr>
          <p:cNvPr id="169" name="Google Shape;169;p29">
            <a:extLst xmlns:a="http://schemas.openxmlformats.org/drawingml/2006/main">
              <a:ext uri="{FF2B5EF4-FFF2-40B4-BE49-F238E27FC236}">
                <a16:creationId xmlns:a16="http://schemas.microsoft.com/office/drawing/2014/main" id="{CFFB7BAB-D1DA-4976-A2D0-BA4A67B73804}"/>
              </a:ext>
            </a:extLst>
          </p:cNvPr>
          <p:cNvSpPr>
            <a:spLocks xmlns:a="http://schemas.openxmlformats.org/drawingml/2006/main" noGrp="1"/>
          </p:cNvSpPr>
          <p:nvPr/>
        </p:nvSpPr>
        <p:spPr>
          <a:xfrm xmlns:a="http://schemas.openxmlformats.org/drawingml/2006/main">
            <a:off x="4467225" y="3333750"/>
            <a:ext cx="1714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475" b="1">
                <a:solidFill>
                  <a:srgbClr val="FFFFFF"/>
                </a:solidFill>
                <a:latin typeface="IBM Plex Sans Arabic"/>
                <a:ea typeface="IBM Plex Sans Arabic"/>
                <a:cs typeface="IBM Plex Sans Arabic"/>
              </a:defRPr>
            </a:defPPr>
          </a:lstStyle>
          <a:p xmlns:a="http://schemas.openxmlformats.org/drawingml/2006/main">
            <a:pPr marL="0" marR="0" lvl="0" indent="0" algn="ctr">
              <a:lnSpc>
                <a:spcPct val="115000"/>
              </a:lnSpc>
              <a:spcBef>
                <a:spcPts val="0"/>
              </a:spcBef>
              <a:spcAft>
                <a:spcPts val="0"/>
              </a:spcAft>
              <a:buClr>
                <a:srgbClr val="000000"/>
              </a:buClr>
              <a:buSzPts val="2200"/>
              <a:buFont typeface="Arial"/>
              <a:buNone/>
              <a:defRPr sz="2475" b="1">
                <a:solidFill>
                  <a:srgbClr val="FFFFFF"/>
                </a:solidFill>
                <a:latin typeface="IBM Plex Sans Arabic"/>
                <a:ea typeface="IBM Plex Sans Arabic"/>
                <a:cs typeface="IBM Plex Sans Arabic"/>
              </a:defRPr>
            </a:pPr>
            <a:r>
              <a:rPr sz="2475" b="1" i="0" u="none" strike="noStrike" cap="none">
                <a:solidFill>
                  <a:srgbClr val="FFFFFF"/>
                </a:solidFill>
                <a:latin typeface="IBM Plex Sans Arabic"/>
                <a:ea typeface="IBM Plex Sans Arabic"/>
                <a:cs typeface="IBM Plex Sans Arabic"/>
              </a:rPr>
              <a:t>14</a:t>
            </a:r>
            <a:endParaRPr sz="2200" b="0" i="0" u="none" strike="noStrike" cap="none">
              <a:solidFill>
                <a:srgbClr val="D30D3A"/>
              </a:solidFill>
              <a:latin typeface="IBM Plex Sans Arabic Medium"/>
              <a:ea typeface="IBM Plex Sans Arabic Medium"/>
              <a:cs typeface="IBM Plex Sans Arabic Medium"/>
            </a:endParaRPr>
          </a:p>
        </p:txBody>
      </p:sp>
      <p:sp>
        <p:nvSpPr>
          <p:cNvPr id="170" name="Google Shape;170;p29">
            <a:extLst xmlns:a="http://schemas.openxmlformats.org/drawingml/2006/main">
              <a:ext uri="{FF2B5EF4-FFF2-40B4-BE49-F238E27FC236}">
                <a16:creationId xmlns:a16="http://schemas.microsoft.com/office/drawing/2014/main" id="{E5E9D9EE-E6BC-4C37-B8A4-879EC552B3D8}"/>
              </a:ext>
            </a:extLst>
          </p:cNvPr>
          <p:cNvSpPr>
            <a:spLocks xmlns:a="http://schemas.openxmlformats.org/drawingml/2006/main" noGrp="1"/>
          </p:cNvSpPr>
          <p:nvPr/>
        </p:nvSpPr>
        <p:spPr>
          <a:xfrm xmlns:a="http://schemas.openxmlformats.org/drawingml/2006/main">
            <a:off x="4286250" y="3781425"/>
            <a:ext cx="2076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00" b="0">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0"/>
              </a:spcAft>
              <a:buClr>
                <a:srgbClr val="000000"/>
              </a:buClr>
              <a:buSzPts val="1500"/>
              <a:buFont typeface="Arial"/>
              <a:buNone/>
              <a:defRPr sz="1500" b="0">
                <a:solidFill>
                  <a:srgbClr val="FFFFFF"/>
                </a:solidFill>
                <a:latin typeface="IBM Plex Sans Arabic"/>
                <a:ea typeface="IBM Plex Sans Arabic"/>
                <a:cs typeface="IBM Plex Sans Arabic"/>
              </a:defRPr>
            </a:pPr>
            <a:r>
              <a:rPr sz="1500" b="0" i="0" u="none" strike="noStrike" cap="none" lang="ar-SA">
                <a:solidFill>
                  <a:srgbClr val="FFFFFF"/>
                </a:solidFill>
                <a:latin typeface="IBM Plex Sans Arabic"/>
                <a:ea typeface="IBM Plex Sans Arabic"/>
                <a:cs typeface="IBM Plex Sans Arabic"/>
              </a:rPr>
              <a:t>مدينة</a:t>
            </a:r>
            <a:endParaRPr sz="1500" b="0" i="0" u="none" strike="noStrike" cap="none">
              <a:solidFill>
                <a:srgbClr val="D30D3A"/>
              </a:solidFill>
              <a:latin typeface="IBM Plex Sans Arabic"/>
              <a:ea typeface="IBM Plex Sans Arabic"/>
              <a:cs typeface="IBM Plex Sans Arabic"/>
            </a:endParaRPr>
          </a:p>
        </p:txBody>
      </p:sp>
      <p:pic>
        <p:nvPicPr>
          <p:cNvPr id="171" name="Google Shape;171;p29">
            <a:extLst xmlns:a="http://schemas.openxmlformats.org/drawingml/2006/main">
              <a:ext uri="{FF2B5EF4-FFF2-40B4-BE49-F238E27FC236}">
                <a16:creationId xmlns:a16="http://schemas.microsoft.com/office/drawing/2014/main" id="{195522AC-AD4D-4AFD-A918-3F868D213E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f34512f0b34bc8">
            <a:alphaModFix/>
          </a:blip>
          <a:srcRect xmlns:a="http://schemas.openxmlformats.org/drawingml/2006/main" l="0" t="0" r="0" b="0"/>
          <a:stretch xmlns:a="http://schemas.openxmlformats.org/drawingml/2006/main"/>
        </p:blipFill>
        <p:spPr>
          <a:xfrm xmlns:a="http://schemas.openxmlformats.org/drawingml/2006/main">
            <a:off x="6429375" y="3276600"/>
            <a:ext cx="2171700" cy="1028700"/>
          </a:xfrm>
          <a:prstGeom xmlns:a="http://schemas.openxmlformats.org/drawingml/2006/main" prst="rect">
            <a:avLst/>
          </a:prstGeom>
          <a:ln xmlns:a="http://schemas.openxmlformats.org/drawingml/2006/main">
            <a:noFill/>
          </a:ln>
        </p:spPr>
      </p:pic>
      <p:sp>
        <p:nvSpPr>
          <p:cNvPr id="172" name="Google Shape;172;p29">
            <a:extLst xmlns:a="http://schemas.openxmlformats.org/drawingml/2006/main">
              <a:ext uri="{FF2B5EF4-FFF2-40B4-BE49-F238E27FC236}">
                <a16:creationId xmlns:a16="http://schemas.microsoft.com/office/drawing/2014/main" id="{920770BA-1429-436E-A8E8-4D4418115924}"/>
              </a:ext>
            </a:extLst>
          </p:cNvPr>
          <p:cNvSpPr>
            <a:spLocks xmlns:a="http://schemas.openxmlformats.org/drawingml/2006/main" noGrp="1"/>
          </p:cNvSpPr>
          <p:nvPr/>
        </p:nvSpPr>
        <p:spPr>
          <a:xfrm xmlns:a="http://schemas.openxmlformats.org/drawingml/2006/main">
            <a:off x="6657975" y="3333750"/>
            <a:ext cx="1714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475" b="1">
                <a:solidFill>
                  <a:srgbClr val="FFFFFF"/>
                </a:solidFill>
                <a:latin typeface="IBM Plex Sans Arabic"/>
                <a:ea typeface="IBM Plex Sans Arabic"/>
                <a:cs typeface="IBM Plex Sans Arabic"/>
              </a:defRPr>
            </a:defPPr>
          </a:lstStyle>
          <a:p xmlns:a="http://schemas.openxmlformats.org/drawingml/2006/main">
            <a:pPr marL="0" marR="0" lvl="0" indent="0" algn="ctr">
              <a:lnSpc>
                <a:spcPct val="115000"/>
              </a:lnSpc>
              <a:spcBef>
                <a:spcPts val="0"/>
              </a:spcBef>
              <a:spcAft>
                <a:spcPts val="0"/>
              </a:spcAft>
              <a:buClr>
                <a:srgbClr val="000000"/>
              </a:buClr>
              <a:buSzPts val="2200"/>
              <a:buFont typeface="Arial"/>
              <a:buNone/>
              <a:defRPr sz="2475" b="1">
                <a:solidFill>
                  <a:srgbClr val="FFFFFF"/>
                </a:solidFill>
                <a:latin typeface="IBM Plex Sans Arabic"/>
                <a:ea typeface="IBM Plex Sans Arabic"/>
                <a:cs typeface="IBM Plex Sans Arabic"/>
              </a:defRPr>
            </a:pPr>
            <a:r>
              <a:rPr sz="2475" b="1" i="0" u="none" strike="noStrike" cap="none">
                <a:solidFill>
                  <a:srgbClr val="FFFFFF"/>
                </a:solidFill>
                <a:latin typeface="IBM Plex Sans Arabic"/>
                <a:ea typeface="IBM Plex Sans Arabic"/>
                <a:cs typeface="IBM Plex Sans Arabic"/>
              </a:rPr>
              <a:t>5</a:t>
            </a:r>
            <a:endParaRPr sz="2200" b="0" i="0" u="none" strike="noStrike" cap="none">
              <a:solidFill>
                <a:srgbClr val="D30D3A"/>
              </a:solidFill>
              <a:latin typeface="IBM Plex Sans Arabic Medium"/>
              <a:ea typeface="IBM Plex Sans Arabic Medium"/>
              <a:cs typeface="IBM Plex Sans Arabic Medium"/>
            </a:endParaRPr>
          </a:p>
        </p:txBody>
      </p:sp>
      <p:sp>
        <p:nvSpPr>
          <p:cNvPr id="173" name="Google Shape;173;p29">
            <a:extLst xmlns:a="http://schemas.openxmlformats.org/drawingml/2006/main">
              <a:ext uri="{FF2B5EF4-FFF2-40B4-BE49-F238E27FC236}">
                <a16:creationId xmlns:a16="http://schemas.microsoft.com/office/drawing/2014/main" id="{FFAD9AA0-F479-4DB1-9E06-021DCD2DAD3D}"/>
              </a:ext>
            </a:extLst>
          </p:cNvPr>
          <p:cNvSpPr>
            <a:spLocks xmlns:a="http://schemas.openxmlformats.org/drawingml/2006/main" noGrp="1"/>
          </p:cNvSpPr>
          <p:nvPr/>
        </p:nvSpPr>
        <p:spPr>
          <a:xfrm xmlns:a="http://schemas.openxmlformats.org/drawingml/2006/main">
            <a:off x="6477000" y="3781425"/>
            <a:ext cx="2076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00" b="0">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0"/>
              </a:spcBef>
              <a:spcAft>
                <a:spcPts val="0"/>
              </a:spcAft>
              <a:buClr>
                <a:srgbClr val="000000"/>
              </a:buClr>
              <a:buSzPts val="1500"/>
              <a:buFont typeface="Arial"/>
              <a:buNone/>
              <a:defRPr sz="1500" b="0">
                <a:solidFill>
                  <a:srgbClr val="FFFFFF"/>
                </a:solidFill>
                <a:latin typeface="IBM Plex Sans Arabic"/>
                <a:ea typeface="IBM Plex Sans Arabic"/>
                <a:cs typeface="IBM Plex Sans Arabic"/>
              </a:defRPr>
            </a:pPr>
            <a:r>
              <a:rPr sz="1500" b="0" i="0" u="none" strike="noStrike" cap="none" lang="ar-SA">
                <a:solidFill>
                  <a:srgbClr val="FFFFFF"/>
                </a:solidFill>
                <a:latin typeface="IBM Plex Sans Arabic"/>
                <a:ea typeface="IBM Plex Sans Arabic"/>
                <a:cs typeface="IBM Plex Sans Arabic"/>
              </a:rPr>
              <a:t>مناطق عرض</a:t>
            </a:r>
            <a:endParaRPr sz="1500" b="0" i="0" u="none" strike="noStrike" cap="none">
              <a:solidFill>
                <a:srgbClr val="D30D3A"/>
              </a:solidFill>
              <a:latin typeface="IBM Plex Sans Arabic"/>
              <a:ea typeface="IBM Plex Sans Arabic"/>
              <a:cs typeface="IBM Plex Sans Arabic"/>
            </a:endParaRPr>
          </a:p>
        </p:txBody>
      </p:sp>
      <p:pic>
        <p:nvPicPr>
          <p:cNvPr id="174" name="">
            <a:extLst xmlns:a="http://schemas.openxmlformats.org/drawingml/2006/main">
              <a:ext uri="{FF2B5EF4-FFF2-40B4-BE49-F238E27FC236}">
                <a16:creationId xmlns:a16="http://schemas.microsoft.com/office/drawing/2014/main" id="{2DDA763B-814C-44CE-AB85-390B633F3A0D}"/>
              </a:ext>
            </a:extLst>
          </p:cNvPr>
          <p:cNvPicPr>
            <a:picLocks xmlns:a="http://schemas.openxmlformats.org/drawingml/2006/main" noChangeAspect="1"/>
          </p:cNvPicPr>
          <p:nvPr/>
        </p:nvPicPr>
        <p:blipFill>
          <a:blip xmlns:r="http://schemas.openxmlformats.org/officeDocument/2006/relationships" xmlns:a="http://schemas.openxmlformats.org/drawingml/2006/main" r:embed="R717be2db16714f0e"/>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1621682792"/>
      </p:ext>
    </p:extLst>
  </p:cSld>
</p:sld>
</file>

<file path=ppt/slides/slide6.xml><?xml version="1.0" encoding="utf-8"?>
<p:sld xmlns:p="http://schemas.openxmlformats.org/presentationml/2006/main">
  <p:cSld>
    <p:bg>
      <p:bgPr>
        <a:blipFill xmlns:a="http://schemas.openxmlformats.org/drawingml/2006/main">
          <a:blip xmlns:r="http://schemas.openxmlformats.org/officeDocument/2006/relationships" r:embed="R9f8edff15189409e">
            <a:alphaModFix/>
          </a:blip>
          <a:stretch>
            <a:fillRect l="0" t="0" r="0" b="0"/>
          </a:stretch>
        </a:blipFill>
      </p:bgPr>
    </p:bg>
    <p:spTree>
      <p:nvGrpSpPr>
        <p:cNvPr id="1" name=""/>
        <p:cNvGrpSpPr/>
        <p:nvPr/>
      </p:nvGrpSpPr>
      <p:grpSpPr>
        <a:xfrm xmlns:a="http://schemas.openxmlformats.org/drawingml/2006/main"/>
      </p:grpSpPr>
      <p:sp>
        <p:nvSpPr>
          <p:cNvPr id="178" name="Google Shape;178;p30">
            <a:extLst xmlns:a="http://schemas.openxmlformats.org/drawingml/2006/main">
              <a:ext uri="{FF2B5EF4-FFF2-40B4-BE49-F238E27FC236}">
                <a16:creationId xmlns:a16="http://schemas.microsoft.com/office/drawing/2014/main" id="{6221096A-4493-410A-97E0-45DACD8D42E2}"/>
              </a:ext>
            </a:extLst>
          </p:cNvPr>
          <p:cNvSpPr>
            <a:spLocks xmlns:a="http://schemas.openxmlformats.org/drawingml/2006/main" noGrp="1"/>
          </p:cNvSpPr>
          <p:nvPr/>
        </p:nvSpPr>
        <p:spPr>
          <a:xfrm xmlns:a="http://schemas.openxmlformats.org/drawingml/2006/main">
            <a:off x="2381250" y="790575"/>
            <a:ext cx="607695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800"/>
              <a:buFont typeface="Arial"/>
              <a:buNone/>
              <a:defRPr sz="2775" b="1">
                <a:solidFill>
                  <a:srgbClr val="FFFFFF"/>
                </a:solidFill>
                <a:latin typeface="IBM Plex Sans Arabic"/>
                <a:ea typeface="IBM Plex Sans Arabic"/>
                <a:cs typeface="IBM Plex Sans Arabic"/>
              </a:defRPr>
            </a:pPr>
            <a:r>
              <a:rPr sz="2775" b="1" i="0" u="none" strike="noStrike" cap="none" lang="ar-SA">
                <a:solidFill>
                  <a:srgbClr val="FFFFFF"/>
                </a:solidFill>
                <a:latin typeface="IBM Plex Sans Arabic"/>
                <a:ea typeface="IBM Plex Sans Arabic"/>
                <a:cs typeface="IBM Plex Sans Arabic"/>
              </a:rPr>
              <a:t>التقنيات المستخدمة</a:t>
            </a:r>
            <a:endParaRPr sz="2500" b="0" i="0" u="none" strike="noStrike" cap="none">
              <a:solidFill>
                <a:schemeClr val="lt1"/>
              </a:solidFill>
              <a:latin typeface="IBM Plex Sans Arabic"/>
              <a:ea typeface="IBM Plex Sans Arabic"/>
              <a:cs typeface="IBM Plex Sans Arabic"/>
            </a:endParaRPr>
          </a:p>
        </p:txBody>
      </p:sp>
      <p:sp>
        <p:nvSpPr>
          <p:cNvPr id="179" name="Google Shape;179;p30">
            <a:extLst xmlns:a="http://schemas.openxmlformats.org/drawingml/2006/main">
              <a:ext uri="{FF2B5EF4-FFF2-40B4-BE49-F238E27FC236}">
                <a16:creationId xmlns:a16="http://schemas.microsoft.com/office/drawing/2014/main" id="{CA130D4A-723A-4231-B2FA-552EE47A9121}"/>
              </a:ext>
            </a:extLst>
          </p:cNvPr>
          <p:cNvSpPr>
            <a:spLocks xmlns:a="http://schemas.openxmlformats.org/drawingml/2006/main" noGrp="1"/>
          </p:cNvSpPr>
          <p:nvPr/>
        </p:nvSpPr>
        <p:spPr>
          <a:xfrm xmlns:a="http://schemas.openxmlformats.org/drawingml/2006/main">
            <a:off x="4581425" y="1678103"/>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a:solidFill>
                  <a:srgbClr val="FFFFFF"/>
                </a:solidFill>
                <a:latin typeface="IBM Plex Sans Arabic"/>
                <a:ea typeface="IBM Plex Sans Arabic"/>
                <a:cs typeface="IBM Plex Sans Arabic"/>
              </a:rPr>
              <a:t>Next.js · React · TypeScript</a:t>
            </a:r>
            <a:endParaRPr sz="11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واجهة عربية وإنجليزية متجاوبة</a:t>
            </a:r>
            <a:endParaRPr sz="1100" b="0" i="0" u="none" strike="noStrike" cap="none">
              <a:solidFill>
                <a:schemeClr val="lt1"/>
              </a:solidFill>
              <a:latin typeface="IBM Plex Sans Arabic"/>
              <a:ea typeface="IBM Plex Sans Arabic"/>
              <a:cs typeface="IBM Plex Sans Arabic"/>
            </a:endParaRPr>
          </a:p>
        </p:txBody>
      </p:sp>
      <p:pic>
        <p:nvPicPr>
          <p:cNvPr id="181" name="Google Shape;181;p30">
            <a:extLst xmlns:a="http://schemas.openxmlformats.org/drawingml/2006/main">
              <a:ext uri="{FF2B5EF4-FFF2-40B4-BE49-F238E27FC236}">
                <a16:creationId xmlns:a16="http://schemas.microsoft.com/office/drawing/2014/main" id="{6A8E47E3-5F3C-44C8-960F-6307E264CAD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2243a20f5c4d29">
            <a:alphaModFix/>
          </a:blip>
          <a:srcRect xmlns:a="http://schemas.openxmlformats.org/drawingml/2006/main" l="0" t="0" r="0" b="0"/>
          <a:stretch xmlns:a="http://schemas.openxmlformats.org/drawingml/2006/main"/>
        </p:blipFill>
        <p:spPr>
          <a:xfrm xmlns:a="http://schemas.openxmlformats.org/drawingml/2006/main" rot="0" flipH="0" flipV="0">
            <a:off x="7888787" y="1919407"/>
            <a:ext cx="388475" cy="388475"/>
          </a:xfrm>
          <a:prstGeom xmlns:a="http://schemas.openxmlformats.org/drawingml/2006/main" prst="rect">
            <a:avLst/>
          </a:prstGeom>
          <a:ln xmlns:a="http://schemas.openxmlformats.org/drawingml/2006/main">
            <a:noFill/>
          </a:ln>
        </p:spPr>
      </p:pic>
      <p:pic>
        <p:nvPicPr>
          <p:cNvPr id="182" name="Google Shape;182;p30">
            <a:extLst xmlns:a="http://schemas.openxmlformats.org/drawingml/2006/main">
              <a:ext uri="{FF2B5EF4-FFF2-40B4-BE49-F238E27FC236}">
                <a16:creationId xmlns:a16="http://schemas.microsoft.com/office/drawing/2014/main" id="{0A6CEBA9-FF94-4A43-8D42-F4F8EDDFCB7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c154006bb141c7">
            <a:alphaModFix/>
          </a:blip>
          <a:srcRect xmlns:a="http://schemas.openxmlformats.org/drawingml/2006/main" l="0" t="0" r="0" b="0"/>
          <a:stretch xmlns:a="http://schemas.openxmlformats.org/drawingml/2006/main"/>
        </p:blipFill>
        <p:spPr>
          <a:xfrm xmlns:a="http://schemas.openxmlformats.org/drawingml/2006/main" rot="0" flipH="0" flipV="0">
            <a:off x="7840450" y="1668450"/>
            <a:ext cx="485125" cy="485125"/>
          </a:xfrm>
          <a:prstGeom xmlns:a="http://schemas.openxmlformats.org/drawingml/2006/main" prst="rect">
            <a:avLst/>
          </a:prstGeom>
          <a:ln xmlns:a="http://schemas.openxmlformats.org/drawingml/2006/main">
            <a:noFill/>
          </a:ln>
        </p:spPr>
      </p:pic>
      <p:sp>
        <p:nvSpPr>
          <p:cNvPr id="183" name="Google Shape;183;p30">
            <a:extLst xmlns:a="http://schemas.openxmlformats.org/drawingml/2006/main">
              <a:ext uri="{FF2B5EF4-FFF2-40B4-BE49-F238E27FC236}">
                <a16:creationId xmlns:a16="http://schemas.microsoft.com/office/drawing/2014/main" id="{EF7083B4-E6D6-4267-ADDD-ECE3386D42CB}"/>
              </a:ext>
            </a:extLst>
          </p:cNvPr>
          <p:cNvSpPr>
            <a:spLocks xmlns:a="http://schemas.openxmlformats.org/drawingml/2006/main" noGrp="1"/>
          </p:cNvSpPr>
          <p:nvPr/>
        </p:nvSpPr>
        <p:spPr>
          <a:xfrm xmlns:a="http://schemas.openxmlformats.org/drawingml/2006/main">
            <a:off x="577925" y="1678103"/>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a:solidFill>
                  <a:srgbClr val="FFFFFF"/>
                </a:solidFill>
                <a:latin typeface="IBM Plex Sans Arabic"/>
                <a:ea typeface="IBM Plex Sans Arabic"/>
                <a:cs typeface="IBM Plex Sans Arabic"/>
              </a:rPr>
              <a:t>Python · FastAPI</a:t>
            </a:r>
            <a:endParaRPr sz="11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خدمات التطبيق والتحقق من المدخلات</a:t>
            </a:r>
            <a:endParaRPr sz="1100" b="0" i="0" u="none" strike="noStrike" cap="none">
              <a:solidFill>
                <a:schemeClr val="lt1"/>
              </a:solidFill>
              <a:latin typeface="IBM Plex Sans Arabic"/>
              <a:ea typeface="IBM Plex Sans Arabic"/>
              <a:cs typeface="IBM Plex Sans Arabic"/>
            </a:endParaRPr>
          </a:p>
        </p:txBody>
      </p:sp>
      <p:pic>
        <p:nvPicPr>
          <p:cNvPr id="185" name="Google Shape;185;p30">
            <a:extLst xmlns:a="http://schemas.openxmlformats.org/drawingml/2006/main">
              <a:ext uri="{FF2B5EF4-FFF2-40B4-BE49-F238E27FC236}">
                <a16:creationId xmlns:a16="http://schemas.microsoft.com/office/drawing/2014/main" id="{3320DEDC-638E-4BB7-A68D-0BABE987BC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2243a20f5c4d29">
            <a:alphaModFix/>
          </a:blip>
          <a:srcRect xmlns:a="http://schemas.openxmlformats.org/drawingml/2006/main" l="0" t="0" r="0" b="0"/>
          <a:stretch xmlns:a="http://schemas.openxmlformats.org/drawingml/2006/main"/>
        </p:blipFill>
        <p:spPr>
          <a:xfrm xmlns:a="http://schemas.openxmlformats.org/drawingml/2006/main" rot="0" flipH="0" flipV="0">
            <a:off x="3885287" y="1919407"/>
            <a:ext cx="388475" cy="388475"/>
          </a:xfrm>
          <a:prstGeom xmlns:a="http://schemas.openxmlformats.org/drawingml/2006/main" prst="rect">
            <a:avLst/>
          </a:prstGeom>
          <a:ln xmlns:a="http://schemas.openxmlformats.org/drawingml/2006/main">
            <a:noFill/>
          </a:ln>
        </p:spPr>
      </p:pic>
      <p:pic>
        <p:nvPicPr>
          <p:cNvPr id="186" name="Google Shape;186;p30">
            <a:extLst xmlns:a="http://schemas.openxmlformats.org/drawingml/2006/main">
              <a:ext uri="{FF2B5EF4-FFF2-40B4-BE49-F238E27FC236}">
                <a16:creationId xmlns:a16="http://schemas.microsoft.com/office/drawing/2014/main" id="{4CCE262F-7960-4606-A42B-51BF2AE9FC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c154006bb141c7">
            <a:alphaModFix/>
          </a:blip>
          <a:srcRect xmlns:a="http://schemas.openxmlformats.org/drawingml/2006/main" l="0" t="0" r="0" b="0"/>
          <a:stretch xmlns:a="http://schemas.openxmlformats.org/drawingml/2006/main"/>
        </p:blipFill>
        <p:spPr>
          <a:xfrm xmlns:a="http://schemas.openxmlformats.org/drawingml/2006/main" rot="0" flipH="0" flipV="0">
            <a:off x="3836950" y="1668450"/>
            <a:ext cx="485125" cy="485125"/>
          </a:xfrm>
          <a:prstGeom xmlns:a="http://schemas.openxmlformats.org/drawingml/2006/main" prst="rect">
            <a:avLst/>
          </a:prstGeom>
          <a:ln xmlns:a="http://schemas.openxmlformats.org/drawingml/2006/main">
            <a:noFill/>
          </a:ln>
        </p:spPr>
      </p:pic>
      <p:sp>
        <p:nvSpPr>
          <p:cNvPr id="187" name="Google Shape;187;p30">
            <a:extLst xmlns:a="http://schemas.openxmlformats.org/drawingml/2006/main">
              <a:ext uri="{FF2B5EF4-FFF2-40B4-BE49-F238E27FC236}">
                <a16:creationId xmlns:a16="http://schemas.microsoft.com/office/drawing/2014/main" id="{9C93B6C2-0F4F-44A8-9C26-D1B5D783B1F8}"/>
              </a:ext>
            </a:extLst>
          </p:cNvPr>
          <p:cNvSpPr>
            <a:spLocks xmlns:a="http://schemas.openxmlformats.org/drawingml/2006/main" noGrp="1"/>
          </p:cNvSpPr>
          <p:nvPr/>
        </p:nvSpPr>
        <p:spPr>
          <a:xfrm xmlns:a="http://schemas.openxmlformats.org/drawingml/2006/main">
            <a:off x="4581425" y="2764090"/>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a:solidFill>
                  <a:srgbClr val="FFFFFF"/>
                </a:solidFill>
                <a:latin typeface="IBM Plex Sans Arabic"/>
                <a:ea typeface="IBM Plex Sans Arabic"/>
                <a:cs typeface="IBM Plex Sans Arabic"/>
              </a:rPr>
              <a:t>SQLModel · SQLite</a:t>
            </a:r>
            <a:endParaRPr sz="11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حفظ القراءات والقرارات وأحداث الري</a:t>
            </a:r>
            <a:endParaRPr sz="1100" b="0" i="0" u="none" strike="noStrike" cap="none">
              <a:solidFill>
                <a:schemeClr val="lt1"/>
              </a:solidFill>
              <a:latin typeface="IBM Plex Sans Arabic"/>
              <a:ea typeface="IBM Plex Sans Arabic"/>
              <a:cs typeface="IBM Plex Sans Arabic"/>
            </a:endParaRPr>
          </a:p>
        </p:txBody>
      </p:sp>
      <p:pic>
        <p:nvPicPr>
          <p:cNvPr id="189" name="Google Shape;189;p30">
            <a:extLst xmlns:a="http://schemas.openxmlformats.org/drawingml/2006/main">
              <a:ext uri="{FF2B5EF4-FFF2-40B4-BE49-F238E27FC236}">
                <a16:creationId xmlns:a16="http://schemas.microsoft.com/office/drawing/2014/main" id="{E04A373D-30EE-4616-B2A5-9B4973067D4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2243a20f5c4d29">
            <a:alphaModFix/>
          </a:blip>
          <a:srcRect xmlns:a="http://schemas.openxmlformats.org/drawingml/2006/main" l="0" t="0" r="0" b="0"/>
          <a:stretch xmlns:a="http://schemas.openxmlformats.org/drawingml/2006/main"/>
        </p:blipFill>
        <p:spPr>
          <a:xfrm xmlns:a="http://schemas.openxmlformats.org/drawingml/2006/main" rot="0" flipH="0" flipV="0">
            <a:off x="7888787" y="3005394"/>
            <a:ext cx="388475" cy="388475"/>
          </a:xfrm>
          <a:prstGeom xmlns:a="http://schemas.openxmlformats.org/drawingml/2006/main" prst="rect">
            <a:avLst/>
          </a:prstGeom>
          <a:ln xmlns:a="http://schemas.openxmlformats.org/drawingml/2006/main">
            <a:noFill/>
          </a:ln>
        </p:spPr>
      </p:pic>
      <p:pic>
        <p:nvPicPr>
          <p:cNvPr id="190" name="Google Shape;190;p30">
            <a:extLst xmlns:a="http://schemas.openxmlformats.org/drawingml/2006/main">
              <a:ext uri="{FF2B5EF4-FFF2-40B4-BE49-F238E27FC236}">
                <a16:creationId xmlns:a16="http://schemas.microsoft.com/office/drawing/2014/main" id="{E10A99EA-10EE-4F2E-8546-DBD304E910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c154006bb141c7">
            <a:alphaModFix/>
          </a:blip>
          <a:srcRect xmlns:a="http://schemas.openxmlformats.org/drawingml/2006/main" l="0" t="0" r="0" b="0"/>
          <a:stretch xmlns:a="http://schemas.openxmlformats.org/drawingml/2006/main"/>
        </p:blipFill>
        <p:spPr>
          <a:xfrm xmlns:a="http://schemas.openxmlformats.org/drawingml/2006/main" rot="0" flipH="0" flipV="0">
            <a:off x="7840450" y="2754437"/>
            <a:ext cx="485125" cy="485125"/>
          </a:xfrm>
          <a:prstGeom xmlns:a="http://schemas.openxmlformats.org/drawingml/2006/main" prst="rect">
            <a:avLst/>
          </a:prstGeom>
          <a:ln xmlns:a="http://schemas.openxmlformats.org/drawingml/2006/main">
            <a:noFill/>
          </a:ln>
        </p:spPr>
      </p:pic>
      <p:sp>
        <p:nvSpPr>
          <p:cNvPr id="191" name="Google Shape;191;p30">
            <a:extLst xmlns:a="http://schemas.openxmlformats.org/drawingml/2006/main">
              <a:ext uri="{FF2B5EF4-FFF2-40B4-BE49-F238E27FC236}">
                <a16:creationId xmlns:a16="http://schemas.microsoft.com/office/drawing/2014/main" id="{429155DD-E930-478D-A306-A8FFA77DDD6B}"/>
              </a:ext>
            </a:extLst>
          </p:cNvPr>
          <p:cNvSpPr>
            <a:spLocks xmlns:a="http://schemas.openxmlformats.org/drawingml/2006/main" noGrp="1"/>
          </p:cNvSpPr>
          <p:nvPr/>
        </p:nvSpPr>
        <p:spPr>
          <a:xfrm xmlns:a="http://schemas.openxmlformats.org/drawingml/2006/main">
            <a:off x="577925" y="2764090"/>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قواعد القرار والتحليل المكاني</a:t>
            </a:r>
            <a:endParaRPr sz="11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تغطية هندسية واقتراح نقطة قياس</a:t>
            </a:r>
            <a:endParaRPr sz="1100" b="0" i="0" u="none" strike="noStrike" cap="none">
              <a:solidFill>
                <a:schemeClr val="lt1"/>
              </a:solidFill>
              <a:latin typeface="IBM Plex Sans Arabic"/>
              <a:ea typeface="IBM Plex Sans Arabic"/>
              <a:cs typeface="IBM Plex Sans Arabic"/>
            </a:endParaRPr>
          </a:p>
        </p:txBody>
      </p:sp>
      <p:pic>
        <p:nvPicPr>
          <p:cNvPr id="193" name="Google Shape;193;p30">
            <a:extLst xmlns:a="http://schemas.openxmlformats.org/drawingml/2006/main">
              <a:ext uri="{FF2B5EF4-FFF2-40B4-BE49-F238E27FC236}">
                <a16:creationId xmlns:a16="http://schemas.microsoft.com/office/drawing/2014/main" id="{F56DD9FB-4D51-49BF-8337-EFFD1EA7C63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2243a20f5c4d29">
            <a:alphaModFix/>
          </a:blip>
          <a:srcRect xmlns:a="http://schemas.openxmlformats.org/drawingml/2006/main" l="0" t="0" r="0" b="0"/>
          <a:stretch xmlns:a="http://schemas.openxmlformats.org/drawingml/2006/main"/>
        </p:blipFill>
        <p:spPr>
          <a:xfrm xmlns:a="http://schemas.openxmlformats.org/drawingml/2006/main" rot="0" flipH="0" flipV="0">
            <a:off x="3885287" y="3005394"/>
            <a:ext cx="388475" cy="388475"/>
          </a:xfrm>
          <a:prstGeom xmlns:a="http://schemas.openxmlformats.org/drawingml/2006/main" prst="rect">
            <a:avLst/>
          </a:prstGeom>
          <a:ln xmlns:a="http://schemas.openxmlformats.org/drawingml/2006/main">
            <a:noFill/>
          </a:ln>
        </p:spPr>
      </p:pic>
      <p:pic>
        <p:nvPicPr>
          <p:cNvPr id="194" name="Google Shape;194;p30">
            <a:extLst xmlns:a="http://schemas.openxmlformats.org/drawingml/2006/main">
              <a:ext uri="{FF2B5EF4-FFF2-40B4-BE49-F238E27FC236}">
                <a16:creationId xmlns:a16="http://schemas.microsoft.com/office/drawing/2014/main" id="{18B4AF02-8242-48FB-90D7-A341646AAB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c154006bb141c7">
            <a:alphaModFix/>
          </a:blip>
          <a:srcRect xmlns:a="http://schemas.openxmlformats.org/drawingml/2006/main" l="0" t="0" r="0" b="0"/>
          <a:stretch xmlns:a="http://schemas.openxmlformats.org/drawingml/2006/main"/>
        </p:blipFill>
        <p:spPr>
          <a:xfrm xmlns:a="http://schemas.openxmlformats.org/drawingml/2006/main" rot="0" flipH="0" flipV="0">
            <a:off x="3836950" y="2754437"/>
            <a:ext cx="485125" cy="485125"/>
          </a:xfrm>
          <a:prstGeom xmlns:a="http://schemas.openxmlformats.org/drawingml/2006/main" prst="rect">
            <a:avLst/>
          </a:prstGeom>
          <a:ln xmlns:a="http://schemas.openxmlformats.org/drawingml/2006/main">
            <a:noFill/>
          </a:ln>
        </p:spPr>
      </p:pic>
      <p:sp>
        <p:nvSpPr>
          <p:cNvPr id="195" name="Google Shape;195;p30">
            <a:extLst xmlns:a="http://schemas.openxmlformats.org/drawingml/2006/main">
              <a:ext uri="{FF2B5EF4-FFF2-40B4-BE49-F238E27FC236}">
                <a16:creationId xmlns:a16="http://schemas.microsoft.com/office/drawing/2014/main" id="{97058F0F-DCCF-416E-8D55-3EA6C97CE4B7}"/>
              </a:ext>
            </a:extLst>
          </p:cNvPr>
          <p:cNvSpPr>
            <a:spLocks xmlns:a="http://schemas.openxmlformats.org/drawingml/2006/main" noGrp="1"/>
          </p:cNvSpPr>
          <p:nvPr/>
        </p:nvSpPr>
        <p:spPr>
          <a:xfrm xmlns:a="http://schemas.openxmlformats.org/drawingml/2006/main">
            <a:off x="4581425" y="3850078"/>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a:solidFill>
                  <a:srgbClr val="FFFFFF"/>
                </a:solidFill>
                <a:latin typeface="IBM Plex Sans Arabic"/>
                <a:ea typeface="IBM Plex Sans Arabic"/>
                <a:cs typeface="IBM Plex Sans Arabic"/>
              </a:rPr>
              <a:t>SVG · Recharts</a:t>
            </a:r>
            <a:endParaRPr sz="11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خريطة الموقع والرسوم والتقارير</a:t>
            </a:r>
            <a:endParaRPr sz="1100" b="0" i="0" u="none" strike="noStrike" cap="none">
              <a:solidFill>
                <a:schemeClr val="lt1"/>
              </a:solidFill>
              <a:latin typeface="IBM Plex Sans Arabic"/>
              <a:ea typeface="IBM Plex Sans Arabic"/>
              <a:cs typeface="IBM Plex Sans Arabic"/>
            </a:endParaRPr>
          </a:p>
        </p:txBody>
      </p:sp>
      <p:pic>
        <p:nvPicPr>
          <p:cNvPr id="197" name="Google Shape;197;p30">
            <a:extLst xmlns:a="http://schemas.openxmlformats.org/drawingml/2006/main">
              <a:ext uri="{FF2B5EF4-FFF2-40B4-BE49-F238E27FC236}">
                <a16:creationId xmlns:a16="http://schemas.microsoft.com/office/drawing/2014/main" id="{DF2A06F9-3045-4CAF-80CE-F50D519E8C3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2243a20f5c4d29">
            <a:alphaModFix/>
          </a:blip>
          <a:srcRect xmlns:a="http://schemas.openxmlformats.org/drawingml/2006/main" l="0" t="0" r="0" b="0"/>
          <a:stretch xmlns:a="http://schemas.openxmlformats.org/drawingml/2006/main"/>
        </p:blipFill>
        <p:spPr>
          <a:xfrm xmlns:a="http://schemas.openxmlformats.org/drawingml/2006/main" rot="0" flipH="0" flipV="0">
            <a:off x="7888787" y="4091382"/>
            <a:ext cx="388475" cy="388475"/>
          </a:xfrm>
          <a:prstGeom xmlns:a="http://schemas.openxmlformats.org/drawingml/2006/main" prst="rect">
            <a:avLst/>
          </a:prstGeom>
          <a:ln xmlns:a="http://schemas.openxmlformats.org/drawingml/2006/main">
            <a:noFill/>
          </a:ln>
        </p:spPr>
      </p:pic>
      <p:pic>
        <p:nvPicPr>
          <p:cNvPr id="198" name="Google Shape;198;p30">
            <a:extLst xmlns:a="http://schemas.openxmlformats.org/drawingml/2006/main">
              <a:ext uri="{FF2B5EF4-FFF2-40B4-BE49-F238E27FC236}">
                <a16:creationId xmlns:a16="http://schemas.microsoft.com/office/drawing/2014/main" id="{0C5D3FDA-45B2-4744-A598-64958B97B07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c154006bb141c7">
            <a:alphaModFix/>
          </a:blip>
          <a:srcRect xmlns:a="http://schemas.openxmlformats.org/drawingml/2006/main" l="0" t="0" r="0" b="0"/>
          <a:stretch xmlns:a="http://schemas.openxmlformats.org/drawingml/2006/main"/>
        </p:blipFill>
        <p:spPr>
          <a:xfrm xmlns:a="http://schemas.openxmlformats.org/drawingml/2006/main" rot="0" flipH="0" flipV="0">
            <a:off x="7840450" y="3840425"/>
            <a:ext cx="485125" cy="485125"/>
          </a:xfrm>
          <a:prstGeom xmlns:a="http://schemas.openxmlformats.org/drawingml/2006/main" prst="rect">
            <a:avLst/>
          </a:prstGeom>
          <a:ln xmlns:a="http://schemas.openxmlformats.org/drawingml/2006/main">
            <a:noFill/>
          </a:ln>
        </p:spPr>
      </p:pic>
      <p:sp>
        <p:nvSpPr>
          <p:cNvPr id="199" name="Google Shape;199;p30">
            <a:extLst xmlns:a="http://schemas.openxmlformats.org/drawingml/2006/main">
              <a:ext uri="{FF2B5EF4-FFF2-40B4-BE49-F238E27FC236}">
                <a16:creationId xmlns:a16="http://schemas.microsoft.com/office/drawing/2014/main" id="{F03B8A9C-2C80-4F0D-9C39-67082CF6AE57}"/>
              </a:ext>
            </a:extLst>
          </p:cNvPr>
          <p:cNvSpPr>
            <a:spLocks xmlns:a="http://schemas.openxmlformats.org/drawingml/2006/main" noGrp="1"/>
          </p:cNvSpPr>
          <p:nvPr/>
        </p:nvSpPr>
        <p:spPr>
          <a:xfrm xmlns:a="http://schemas.openxmlformats.org/drawingml/2006/main">
            <a:off x="577925" y="3850078"/>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marL="0" marR="0" lvl="0" indent="0" algn="r">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a:solidFill>
                  <a:srgbClr val="FFFFFF"/>
                </a:solidFill>
                <a:latin typeface="IBM Plex Sans Arabic"/>
                <a:ea typeface="IBM Plex Sans Arabic"/>
                <a:cs typeface="IBM Plex Sans Arabic"/>
              </a:rPr>
              <a:t>Web Worker · TypeScript</a:t>
            </a:r>
            <a:endParaRPr sz="11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100"/>
              <a:buFont typeface="Arial"/>
              <a:buNone/>
              <a:defRPr sz="1575" b="0">
                <a:solidFill>
                  <a:srgbClr val="FFFFFF"/>
                </a:solidFill>
                <a:latin typeface="IBM Plex Sans Arabic"/>
                <a:ea typeface="IBM Plex Sans Arabic"/>
                <a:cs typeface="IBM Plex Sans Arabic"/>
              </a:defRPr>
            </a:pPr>
            <a:r>
              <a:rPr sz="1575" b="0" i="0" u="none" strike="noStrike" cap="none" lang="ar-SA">
                <a:solidFill>
                  <a:srgbClr val="FFFFFF"/>
                </a:solidFill>
                <a:latin typeface="IBM Plex Sans Arabic"/>
                <a:ea typeface="IBM Plex Sans Arabic"/>
                <a:cs typeface="IBM Plex Sans Arabic"/>
              </a:rPr>
              <a:t>محاكاة مستقلة ومقارنة استراتيجيات الري</a:t>
            </a:r>
            <a:endParaRPr sz="1100" b="0" i="0" u="none" strike="noStrike" cap="none">
              <a:solidFill>
                <a:schemeClr val="lt1"/>
              </a:solidFill>
              <a:latin typeface="IBM Plex Sans Arabic"/>
              <a:ea typeface="IBM Plex Sans Arabic"/>
              <a:cs typeface="IBM Plex Sans Arabic"/>
            </a:endParaRPr>
          </a:p>
        </p:txBody>
      </p:sp>
      <p:pic>
        <p:nvPicPr>
          <p:cNvPr id="201" name="Google Shape;201;p30">
            <a:extLst xmlns:a="http://schemas.openxmlformats.org/drawingml/2006/main">
              <a:ext uri="{FF2B5EF4-FFF2-40B4-BE49-F238E27FC236}">
                <a16:creationId xmlns:a16="http://schemas.microsoft.com/office/drawing/2014/main" id="{9CB1A9CF-5D57-44D0-8196-72B0379C337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2243a20f5c4d29">
            <a:alphaModFix/>
          </a:blip>
          <a:srcRect xmlns:a="http://schemas.openxmlformats.org/drawingml/2006/main" l="0" t="0" r="0" b="0"/>
          <a:stretch xmlns:a="http://schemas.openxmlformats.org/drawingml/2006/main"/>
        </p:blipFill>
        <p:spPr>
          <a:xfrm xmlns:a="http://schemas.openxmlformats.org/drawingml/2006/main" rot="0" flipH="0" flipV="0">
            <a:off x="3885287" y="4091382"/>
            <a:ext cx="388475" cy="388475"/>
          </a:xfrm>
          <a:prstGeom xmlns:a="http://schemas.openxmlformats.org/drawingml/2006/main" prst="rect">
            <a:avLst/>
          </a:prstGeom>
          <a:ln xmlns:a="http://schemas.openxmlformats.org/drawingml/2006/main">
            <a:noFill/>
          </a:ln>
        </p:spPr>
      </p:pic>
      <p:pic>
        <p:nvPicPr>
          <p:cNvPr id="202" name="Google Shape;202;p30">
            <a:extLst xmlns:a="http://schemas.openxmlformats.org/drawingml/2006/main">
              <a:ext uri="{FF2B5EF4-FFF2-40B4-BE49-F238E27FC236}">
                <a16:creationId xmlns:a16="http://schemas.microsoft.com/office/drawing/2014/main" id="{B550EB18-E4DC-4658-AD78-EED59445CBB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c154006bb141c7">
            <a:alphaModFix/>
          </a:blip>
          <a:srcRect xmlns:a="http://schemas.openxmlformats.org/drawingml/2006/main" l="0" t="0" r="0" b="0"/>
          <a:stretch xmlns:a="http://schemas.openxmlformats.org/drawingml/2006/main"/>
        </p:blipFill>
        <p:spPr>
          <a:xfrm xmlns:a="http://schemas.openxmlformats.org/drawingml/2006/main" rot="0" flipH="0" flipV="0">
            <a:off x="3836950" y="3840425"/>
            <a:ext cx="485125" cy="485125"/>
          </a:xfrm>
          <a:prstGeom xmlns:a="http://schemas.openxmlformats.org/drawingml/2006/main" prst="rect">
            <a:avLst/>
          </a:prstGeom>
          <a:ln xmlns:a="http://schemas.openxmlformats.org/drawingml/2006/main">
            <a:noFill/>
          </a:ln>
        </p:spPr>
      </p:pic>
      <p:pic>
        <p:nvPicPr>
          <p:cNvPr id="203" name="">
            <a:extLst xmlns:a="http://schemas.openxmlformats.org/drawingml/2006/main">
              <a:ext uri="{FF2B5EF4-FFF2-40B4-BE49-F238E27FC236}">
                <a16:creationId xmlns:a16="http://schemas.microsoft.com/office/drawing/2014/main" id="{A879929C-A012-4AEE-A07C-0A569C1B2052}"/>
              </a:ext>
            </a:extLst>
          </p:cNvPr>
          <p:cNvPicPr>
            <a:picLocks xmlns:a="http://schemas.openxmlformats.org/drawingml/2006/main" noChangeAspect="1"/>
          </p:cNvPicPr>
          <p:nvPr/>
        </p:nvPicPr>
        <p:blipFill>
          <a:blip xmlns:r="http://schemas.openxmlformats.org/officeDocument/2006/relationships" xmlns:a="http://schemas.openxmlformats.org/drawingml/2006/main" r:embed="R811085ab296142c0"/>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934870448"/>
      </p:ext>
    </p:extLst>
  </p:cSld>
</p:sld>
</file>

<file path=ppt/slides/slide7.xml><?xml version="1.0" encoding="utf-8"?>
<p:sld xmlns:p="http://schemas.openxmlformats.org/presentationml/2006/main">
  <p:cSld>
    <p:bg>
      <p:bgPr>
        <a:blipFill xmlns:a="http://schemas.openxmlformats.org/drawingml/2006/main">
          <a:blip xmlns:r="http://schemas.openxmlformats.org/officeDocument/2006/relationships" r:embed="Re9ed532aedac4703">
            <a:alphaModFix/>
          </a:blip>
          <a:stretch>
            <a:fillRect l="0" t="0" r="0" b="0"/>
          </a:stretch>
        </a:blipFill>
      </p:bgPr>
    </p:bg>
    <p:spTree>
      <p:nvGrpSpPr>
        <p:cNvPr id="1" name=""/>
        <p:cNvGrpSpPr/>
        <p:nvPr/>
      </p:nvGrpSpPr>
      <p:grpSpPr>
        <a:xfrm xmlns:a="http://schemas.openxmlformats.org/drawingml/2006/main"/>
      </p:grpSpPr>
      <p:pic>
        <p:nvPicPr>
          <p:cNvPr id="207" name="Google Shape;207;p31">
            <a:extLst xmlns:a="http://schemas.openxmlformats.org/drawingml/2006/main">
              <a:ext uri="{FF2B5EF4-FFF2-40B4-BE49-F238E27FC236}">
                <a16:creationId xmlns:a16="http://schemas.microsoft.com/office/drawing/2014/main" id="{B5EE1CF4-A842-4A61-8B1B-8077E12F662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dfc1ef26a9f402d">
            <a:alphaModFix/>
          </a:blip>
          <a:srcRect xmlns:a="http://schemas.openxmlformats.org/drawingml/2006/main" l="10670" t="0" r="56019" b="2220"/>
          <a:stretch xmlns:a="http://schemas.openxmlformats.org/drawingml/2006/main"/>
        </p:blipFill>
        <p:spPr>
          <a:xfrm xmlns:a="http://schemas.openxmlformats.org/drawingml/2006/main">
            <a:off x="6449217" y="0"/>
            <a:ext cx="2694784" cy="5143501"/>
          </a:xfrm>
          <a:prstGeom xmlns:a="http://schemas.openxmlformats.org/drawingml/2006/main" prst="rect">
            <a:avLst/>
          </a:prstGeom>
          <a:ln xmlns:a="http://schemas.openxmlformats.org/drawingml/2006/main">
            <a:noFill/>
          </a:ln>
        </p:spPr>
      </p:pic>
      <p:pic>
        <p:nvPicPr>
          <p:cNvPr id="208" name="Google Shape;208;p31">
            <a:extLst xmlns:a="http://schemas.openxmlformats.org/drawingml/2006/main">
              <a:ext uri="{FF2B5EF4-FFF2-40B4-BE49-F238E27FC236}">
                <a16:creationId xmlns:a16="http://schemas.microsoft.com/office/drawing/2014/main" id="{B0380090-A716-4990-BC77-0082E888C7D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3823ab0a5f14e13">
            <a:alphaModFix/>
          </a:blip>
          <a:srcRect xmlns:a="http://schemas.openxmlformats.org/drawingml/2006/main" l="0" t="0" r="0" b="7570"/>
          <a:stretch xmlns:a="http://schemas.openxmlformats.org/drawingml/2006/main"/>
        </p:blipFill>
        <p:spPr>
          <a:xfrm xmlns:a="http://schemas.openxmlformats.org/drawingml/2006/main">
            <a:off x="6935125" y="671075"/>
            <a:ext cx="1901925" cy="4472428"/>
          </a:xfrm>
          <a:prstGeom xmlns:a="http://schemas.openxmlformats.org/drawingml/2006/main" prst="rect">
            <a:avLst/>
          </a:prstGeom>
          <a:ln xmlns:a="http://schemas.openxmlformats.org/drawingml/2006/main">
            <a:noFill/>
          </a:ln>
        </p:spPr>
      </p:pic>
      <p:sp>
        <p:nvSpPr>
          <p:cNvPr id="209" name="Google Shape;209;p31">
            <a:extLst xmlns:a="http://schemas.openxmlformats.org/drawingml/2006/main">
              <a:ext uri="{FF2B5EF4-FFF2-40B4-BE49-F238E27FC236}">
                <a16:creationId xmlns:a16="http://schemas.microsoft.com/office/drawing/2014/main" id="{4244BD1F-50FF-4FE9-86D3-F12F7BD05B7C}"/>
              </a:ext>
            </a:extLst>
          </p:cNvPr>
          <p:cNvSpPr>
            <a:spLocks xmlns:a="http://schemas.openxmlformats.org/drawingml/2006/main" noGrp="1"/>
          </p:cNvSpPr>
          <p:nvPr/>
        </p:nvSpPr>
        <p:spPr>
          <a:xfrm xmlns:a="http://schemas.openxmlformats.org/drawingml/2006/main">
            <a:off x="762000" y="2686050"/>
            <a:ext cx="5048250" cy="16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200"/>
              <a:buFont typeface="Arial"/>
              <a:buNone/>
              <a:defRPr sz="1725" b="0">
                <a:solidFill>
                  <a:srgbClr val="FFFFFF"/>
                </a:solidFill>
                <a:latin typeface="IBM Plex Sans Arabic"/>
                <a:ea typeface="IBM Plex Sans Arabic"/>
                <a:cs typeface="IBM Plex Sans Arabic"/>
              </a:defRPr>
            </a:pPr>
            <a:r>
              <a:rPr sz="1725" b="0" i="0" u="none" strike="noStrike" cap="none" lang="ar-SA">
                <a:solidFill>
                  <a:srgbClr val="FFFFFF"/>
                </a:solidFill>
                <a:latin typeface="IBM Plex Sans Arabic"/>
                <a:ea typeface="IBM Plex Sans Arabic"/>
                <a:cs typeface="IBM Plex Sans Arabic"/>
              </a:rPr>
              <a:t>للأفراد: اختيار المدينة والنبات، ثم دليل العناية.</a:t>
            </a:r>
            <a:endParaRPr sz="12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a:lnSpc>
                <a:spcPct val="115000"/>
              </a:lnSpc>
              <a:spcBef>
                <a:spcPts val="0"/>
              </a:spcBef>
              <a:spcAft>
                <a:spcPts val="0"/>
              </a:spcAft>
              <a:buClr>
                <a:srgbClr val="000000"/>
              </a:buClr>
              <a:buSzPts val="1200"/>
              <a:buFont typeface="Arial"/>
              <a:buNone/>
            </a:pPr>
            <a:r>
              <a:t/>
            </a:r>
            <a:endParaRPr sz="12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200"/>
              <a:buFont typeface="Arial"/>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لفرق المسطحات: اختيار المنطقة، تسجيل القراءة، ثم مراجعة قرار الري وتقارير الماء.</a:t>
            </a:r>
            <a:endParaRPr sz="1200" b="0" i="0" u="none" strike="noStrike" cap="none">
              <a:solidFill>
                <a:schemeClr val="lt1"/>
              </a:solidFill>
              <a:latin typeface="IBM Plex Sans Arabic"/>
              <a:ea typeface="IBM Plex Sans Arabic"/>
              <a:cs typeface="IBM Plex Sans Arabic"/>
            </a:endParaRPr>
          </a:p>
        </p:txBody>
      </p:sp>
      <p:sp>
        <p:nvSpPr>
          <p:cNvPr id="210" name="Google Shape;210;p31">
            <a:extLst xmlns:a="http://schemas.openxmlformats.org/drawingml/2006/main">
              <a:ext uri="{FF2B5EF4-FFF2-40B4-BE49-F238E27FC236}">
                <a16:creationId xmlns:a16="http://schemas.microsoft.com/office/drawing/2014/main" id="{CBF4C83D-F9C9-4652-9780-F746DD180453}"/>
              </a:ext>
            </a:extLst>
          </p:cNvPr>
          <p:cNvSpPr>
            <a:spLocks xmlns:a="http://schemas.openxmlformats.org/drawingml/2006/main" noGrp="1"/>
          </p:cNvSpPr>
          <p:nvPr/>
        </p:nvSpPr>
        <p:spPr>
          <a:xfrm xmlns:a="http://schemas.openxmlformats.org/drawingml/2006/main">
            <a:off x="762000" y="2124075"/>
            <a:ext cx="50482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100" b="1">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500"/>
              <a:buFont typeface="Arial"/>
              <a:buNone/>
              <a:defRPr sz="2100" b="1">
                <a:solidFill>
                  <a:srgbClr val="FFFFFF"/>
                </a:solidFill>
                <a:latin typeface="IBM Plex Sans Arabic"/>
                <a:ea typeface="IBM Plex Sans Arabic"/>
                <a:cs typeface="IBM Plex Sans Arabic"/>
              </a:defRPr>
            </a:pPr>
            <a:r>
              <a:rPr sz="2100" b="1" i="0" u="none" strike="noStrike" cap="none" lang="ar-SA">
                <a:solidFill>
                  <a:srgbClr val="FFFFFF"/>
                </a:solidFill>
                <a:latin typeface="IBM Plex Sans Arabic"/>
                <a:ea typeface="IBM Plex Sans Arabic"/>
                <a:cs typeface="IBM Plex Sans Arabic"/>
              </a:rPr>
              <a:t>رحلتان داخل أنبت</a:t>
            </a:r>
            <a:endParaRPr sz="2500" b="0" i="0" u="none" strike="noStrike" cap="none">
              <a:solidFill>
                <a:srgbClr val="8980BC"/>
              </a:solidFill>
              <a:latin typeface="IBM Plex Sans Arabic"/>
              <a:ea typeface="IBM Plex Sans Arabic"/>
              <a:cs typeface="IBM Plex Sans Arabic"/>
            </a:endParaRPr>
          </a:p>
        </p:txBody>
      </p:sp>
      <p:sp>
        <p:nvSpPr>
          <p:cNvPr id="211" name="Google Shape;211;p31">
            <a:extLst xmlns:a="http://schemas.openxmlformats.org/drawingml/2006/main">
              <a:ext uri="{FF2B5EF4-FFF2-40B4-BE49-F238E27FC236}">
                <a16:creationId xmlns:a16="http://schemas.microsoft.com/office/drawing/2014/main" id="{217EC235-11CF-4203-8854-33B5B54CF5DE}"/>
              </a:ext>
            </a:extLst>
          </p:cNvPr>
          <p:cNvSpPr>
            <a:spLocks xmlns:a="http://schemas.openxmlformats.org/drawingml/2006/main" noGrp="1"/>
          </p:cNvSpPr>
          <p:nvPr/>
        </p:nvSpPr>
        <p:spPr>
          <a:xfrm xmlns:a="http://schemas.openxmlformats.org/drawingml/2006/main">
            <a:off x="762000" y="1219200"/>
            <a:ext cx="5048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800"/>
              <a:buFont typeface="Arial"/>
              <a:buNone/>
              <a:defRPr sz="2775" b="1">
                <a:solidFill>
                  <a:srgbClr val="D30D3A"/>
                </a:solidFill>
                <a:latin typeface="IBM Plex Sans Arabic"/>
                <a:ea typeface="IBM Plex Sans Arabic"/>
                <a:cs typeface="IBM Plex Sans Arabic"/>
              </a:defRPr>
            </a:pPr>
            <a:r>
              <a:rPr sz="2775" b="1" i="0" u="none" strike="noStrike" cap="none" lang="ar-SA">
                <a:solidFill>
                  <a:srgbClr val="D30D3A"/>
                </a:solidFill>
                <a:latin typeface="IBM Plex Sans Arabic"/>
                <a:ea typeface="IBM Plex Sans Arabic"/>
                <a:cs typeface="IBM Plex Sans Arabic"/>
              </a:rPr>
              <a:t>وصف الفكرة</a:t>
            </a:r>
            <a:endParaRPr sz="2500" b="0" i="0" u="none" strike="noStrike" cap="none">
              <a:solidFill>
                <a:srgbClr val="D30D3A"/>
              </a:solidFill>
              <a:latin typeface="IBM Plex Sans Arabic"/>
              <a:ea typeface="IBM Plex Sans Arabic"/>
              <a:cs typeface="IBM Plex Sans Arabic"/>
            </a:endParaRPr>
          </a:p>
        </p:txBody>
      </p:sp>
      <p:pic>
        <p:nvPicPr>
          <p:cNvPr id="212" name="">
            <a:extLst xmlns:a="http://schemas.openxmlformats.org/drawingml/2006/main">
              <a:ext uri="{FF2B5EF4-FFF2-40B4-BE49-F238E27FC236}">
                <a16:creationId xmlns:a16="http://schemas.microsoft.com/office/drawing/2014/main" id="{2C34D1A7-E0FF-499B-A66E-9679CE4C9AB9}"/>
              </a:ext>
            </a:extLst>
          </p:cNvPr>
          <p:cNvPicPr>
            <a:picLocks xmlns:a="http://schemas.openxmlformats.org/drawingml/2006/main" noChangeAspect="1"/>
          </p:cNvPicPr>
          <p:nvPr/>
        </p:nvPicPr>
        <p:blipFill>
          <a:blip xmlns:r="http://schemas.openxmlformats.org/officeDocument/2006/relationships" xmlns:a="http://schemas.openxmlformats.org/drawingml/2006/main" r:embed="Rb9a3edc5d8ec41b5"/>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452149403"/>
      </p:ext>
    </p:extLst>
  </p:cSld>
</p:sld>
</file>

<file path=ppt/slides/slide8.xml><?xml version="1.0" encoding="utf-8"?>
<p:sld xmlns:p="http://schemas.openxmlformats.org/presentationml/2006/main">
  <p:cSld>
    <p:bg>
      <p:bgPr>
        <a:blipFill xmlns:a="http://schemas.openxmlformats.org/drawingml/2006/main">
          <a:blip xmlns:r="http://schemas.openxmlformats.org/officeDocument/2006/relationships" r:embed="Rb00d910e01344688">
            <a:alphaModFix/>
          </a:blip>
          <a:stretch>
            <a:fillRect l="0" t="0" r="0" b="0"/>
          </a:stretch>
        </a:blipFill>
      </p:bgPr>
    </p:bg>
    <p:spTree>
      <p:nvGrpSpPr>
        <p:cNvPr id="1" name=""/>
        <p:cNvGrpSpPr/>
        <p:nvPr/>
      </p:nvGrpSpPr>
      <p:grpSpPr>
        <a:xfrm xmlns:a="http://schemas.openxmlformats.org/drawingml/2006/main"/>
      </p:grpSpPr>
      <p:sp>
        <p:nvSpPr>
          <p:cNvPr id="216" name="Google Shape;216;p32">
            <a:extLst xmlns:a="http://schemas.openxmlformats.org/drawingml/2006/main">
              <a:ext uri="{FF2B5EF4-FFF2-40B4-BE49-F238E27FC236}">
                <a16:creationId xmlns:a16="http://schemas.microsoft.com/office/drawing/2014/main" id="{D05281C3-5CB5-4C3C-A743-D19226E9B08A}"/>
              </a:ext>
            </a:extLst>
          </p:cNvPr>
          <p:cNvSpPr>
            <a:spLocks xmlns:a="http://schemas.openxmlformats.org/drawingml/2006/main" noGrp="1"/>
          </p:cNvSpPr>
          <p:nvPr/>
        </p:nvSpPr>
        <p:spPr>
          <a:xfrm xmlns:a="http://schemas.openxmlformats.org/drawingml/2006/main">
            <a:off x="762000" y="2276475"/>
            <a:ext cx="5048250" cy="21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200"/>
              <a:buFont typeface="Arial"/>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١  إدخال قراءة مع نقطة القياس ومصدرها.</a:t>
            </a:r>
            <a:endParaRPr sz="12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200"/>
              <a:buFont typeface="Arial"/>
              <a:buNone/>
              <a:defRPr sz="1725" b="0">
                <a:solidFill>
                  <a:srgbClr val="FFFFFF"/>
                </a:solidFill>
                <a:latin typeface="IBM Plex Sans Arabic"/>
                <a:ea typeface="IBM Plex Sans Arabic"/>
                <a:cs typeface="IBM Plex Sans Arabic"/>
              </a:defRPr>
            </a:pPr>
            <a:r>
              <a:rPr sz="1725" b="0" i="0" u="none" strike="noStrike" cap="none" lang="ar-SA">
                <a:solidFill>
                  <a:srgbClr val="FFFFFF"/>
                </a:solidFill>
                <a:latin typeface="IBM Plex Sans Arabic"/>
                <a:ea typeface="IBM Plex Sans Arabic"/>
                <a:cs typeface="IBM Plex Sans Arabic"/>
              </a:rPr>
              <a:t>٢  استبعاد القديم أو المتعارض وغير الصالح.</a:t>
            </a:r>
            <a:endParaRPr sz="12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200"/>
              <a:buFont typeface="Arial"/>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٣  حساب التغطية وتحديد القياس الناقص.</a:t>
            </a:r>
            <a:endParaRPr sz="1200" b="0" i="0" u="none" strike="noStrike" cap="none">
              <a:solidFill>
                <a:schemeClr val="lt1"/>
              </a:solidFill>
              <a:latin typeface="IBM Plex Sans Arabic"/>
              <a:ea typeface="IBM Plex Sans Arabic"/>
              <a:cs typeface="IBM Plex Sans Arabic"/>
            </a:endParaRPr>
          </a:p>
          <a:p xmlns:a="http://schemas.openxmlformats.org/drawingml/2006/main">
            <a:pPr marL="0" marR="0" lvl="0" indent="0" algn="r" rtl="1">
              <a:lnSpc>
                <a:spcPct val="115000"/>
              </a:lnSpc>
              <a:spcBef>
                <a:spcPts val="0"/>
              </a:spcBef>
              <a:spcAft>
                <a:spcPts val="0"/>
              </a:spcAft>
              <a:buClr>
                <a:srgbClr val="000000"/>
              </a:buClr>
              <a:buSzPts val="1200"/>
              <a:buFont typeface="Arial"/>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٤  تفسير التوصية قبل اعتمادها وتسجيل التنفيذ.</a:t>
            </a:r>
            <a:endParaRPr sz="1200" b="0" i="0" u="none" strike="noStrike" cap="none">
              <a:solidFill>
                <a:schemeClr val="lt1"/>
              </a:solidFill>
              <a:latin typeface="IBM Plex Sans Arabic"/>
              <a:ea typeface="IBM Plex Sans Arabic"/>
              <a:cs typeface="IBM Plex Sans Arabic"/>
            </a:endParaRPr>
          </a:p>
        </p:txBody>
      </p:sp>
      <p:sp>
        <p:nvSpPr>
          <p:cNvPr id="217" name="Google Shape;217;p32">
            <a:extLst xmlns:a="http://schemas.openxmlformats.org/drawingml/2006/main">
              <a:ext uri="{FF2B5EF4-FFF2-40B4-BE49-F238E27FC236}">
                <a16:creationId xmlns:a16="http://schemas.microsoft.com/office/drawing/2014/main" id="{D89023DA-D85A-442C-B8C6-CBEFAE394BE2}"/>
              </a:ext>
            </a:extLst>
          </p:cNvPr>
          <p:cNvSpPr>
            <a:spLocks xmlns:a="http://schemas.openxmlformats.org/drawingml/2006/main" noGrp="1"/>
          </p:cNvSpPr>
          <p:nvPr/>
        </p:nvSpPr>
        <p:spPr>
          <a:xfrm xmlns:a="http://schemas.openxmlformats.org/drawingml/2006/main">
            <a:off x="762000" y="1219200"/>
            <a:ext cx="504825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800"/>
              <a:buFont typeface="Arial"/>
              <a:buNone/>
              <a:defRPr sz="2775" b="1">
                <a:solidFill>
                  <a:srgbClr val="D30D3A"/>
                </a:solidFill>
                <a:latin typeface="IBM Plex Sans Arabic"/>
                <a:ea typeface="IBM Plex Sans Arabic"/>
                <a:cs typeface="IBM Plex Sans Arabic"/>
              </a:defRPr>
            </a:pPr>
            <a:r>
              <a:rPr sz="2775" b="1" i="0" u="none" strike="noStrike" cap="none" lang="ar-SA">
                <a:solidFill>
                  <a:srgbClr val="D30D3A"/>
                </a:solidFill>
                <a:latin typeface="IBM Plex Sans Arabic"/>
                <a:ea typeface="IBM Plex Sans Arabic"/>
                <a:cs typeface="IBM Plex Sans Arabic"/>
              </a:rPr>
              <a:t>من القياس إلى القرار</a:t>
            </a:r>
            <a:endParaRPr sz="2800" b="1" i="0" u="none" strike="noStrike" cap="none">
              <a:solidFill>
                <a:srgbClr val="D30D3A"/>
              </a:solidFill>
              <a:latin typeface="IBM Plex Sans Arabic"/>
              <a:ea typeface="IBM Plex Sans Arabic"/>
              <a:cs typeface="IBM Plex Sans Arabic"/>
            </a:endParaRPr>
          </a:p>
        </p:txBody>
      </p:sp>
      <p:pic>
        <p:nvPicPr>
          <p:cNvPr id="218" name="Google Shape;218;p32">
            <a:extLst xmlns:a="http://schemas.openxmlformats.org/drawingml/2006/main">
              <a:ext uri="{FF2B5EF4-FFF2-40B4-BE49-F238E27FC236}">
                <a16:creationId xmlns:a16="http://schemas.microsoft.com/office/drawing/2014/main" id="{93497001-8C13-4399-9D33-E1D8C1B64D8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d04f55c3ea946cf">
            <a:alphaModFix/>
          </a:blip>
          <a:srcRect xmlns:a="http://schemas.openxmlformats.org/drawingml/2006/main" l="66924" t="12907" r="0" b="0"/>
          <a:stretch xmlns:a="http://schemas.openxmlformats.org/drawingml/2006/main"/>
        </p:blipFill>
        <p:spPr>
          <a:xfrm xmlns:a="http://schemas.openxmlformats.org/drawingml/2006/main">
            <a:off x="6213200" y="0"/>
            <a:ext cx="2930801" cy="5143501"/>
          </a:xfrm>
          <a:prstGeom xmlns:a="http://schemas.openxmlformats.org/drawingml/2006/main" prst="rect">
            <a:avLst/>
          </a:prstGeom>
          <a:ln xmlns:a="http://schemas.openxmlformats.org/drawingml/2006/main">
            <a:noFill/>
          </a:ln>
        </p:spPr>
      </p:pic>
      <p:pic>
        <p:nvPicPr>
          <p:cNvPr id="219" name="Google Shape;219;p32">
            <a:extLst xmlns:a="http://schemas.openxmlformats.org/drawingml/2006/main">
              <a:ext uri="{FF2B5EF4-FFF2-40B4-BE49-F238E27FC236}">
                <a16:creationId xmlns:a16="http://schemas.microsoft.com/office/drawing/2014/main" id="{CF9550AE-F989-41DE-887D-67B204F0E49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99c768a788b4745">
            <a:alphaModFix/>
          </a:blip>
          <a:srcRect xmlns:a="http://schemas.openxmlformats.org/drawingml/2006/main" l="6001" t="-834" r="46818" b="-834"/>
          <a:stretch xmlns:a="http://schemas.openxmlformats.org/drawingml/2006/main"/>
        </p:blipFill>
        <p:spPr>
          <a:xfrm xmlns:a="http://schemas.openxmlformats.org/drawingml/2006/main">
            <a:off x="6144848" y="934348"/>
            <a:ext cx="2930801" cy="4209152"/>
          </a:xfrm>
          <a:prstGeom xmlns:a="http://schemas.openxmlformats.org/drawingml/2006/main" prst="rect">
            <a:avLst/>
          </a:prstGeom>
          <a:ln xmlns:a="http://schemas.openxmlformats.org/drawingml/2006/main">
            <a:noFill/>
          </a:ln>
        </p:spPr>
      </p:pic>
      <p:pic>
        <p:nvPicPr>
          <p:cNvPr id="220" name="">
            <a:extLst xmlns:a="http://schemas.openxmlformats.org/drawingml/2006/main">
              <a:ext uri="{FF2B5EF4-FFF2-40B4-BE49-F238E27FC236}">
                <a16:creationId xmlns:a16="http://schemas.microsoft.com/office/drawing/2014/main" id="{ACCAC6A8-3539-44F3-9AAF-9DA9F7534A62}"/>
              </a:ext>
            </a:extLst>
          </p:cNvPr>
          <p:cNvPicPr>
            <a:picLocks xmlns:a="http://schemas.openxmlformats.org/drawingml/2006/main" noChangeAspect="1"/>
          </p:cNvPicPr>
          <p:nvPr/>
        </p:nvPicPr>
        <p:blipFill>
          <a:blip xmlns:r="http://schemas.openxmlformats.org/officeDocument/2006/relationships" xmlns:a="http://schemas.openxmlformats.org/drawingml/2006/main" r:embed="R40fce2d1332e4ebb"/>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1810295692"/>
      </p:ext>
    </p:extLst>
  </p:cSld>
</p:sld>
</file>

<file path=ppt/slides/slide9.xml><?xml version="1.0" encoding="utf-8"?>
<p:sld xmlns:p="http://schemas.openxmlformats.org/presentationml/2006/main">
  <p:cSld>
    <p:bg>
      <p:bgPr>
        <a:blipFill xmlns:a="http://schemas.openxmlformats.org/drawingml/2006/main">
          <a:blip xmlns:r="http://schemas.openxmlformats.org/officeDocument/2006/relationships" r:embed="Rb59ba60880874459">
            <a:alphaModFix/>
          </a:blip>
          <a:stretch>
            <a:fillRect l="0" t="0" r="0" b="0"/>
          </a:stretch>
        </a:blipFill>
      </p:bgPr>
    </p:bg>
    <p:spTree>
      <p:nvGrpSpPr>
        <p:cNvPr id="1" name=""/>
        <p:cNvGrpSpPr/>
        <p:nvPr/>
      </p:nvGrpSpPr>
      <p:grpSpPr>
        <a:xfrm xmlns:a="http://schemas.openxmlformats.org/drawingml/2006/main"/>
      </p:grpSpPr>
      <p:sp>
        <p:nvSpPr>
          <p:cNvPr id="224" name="Google Shape;224;p33">
            <a:extLst xmlns:a="http://schemas.openxmlformats.org/drawingml/2006/main">
              <a:ext uri="{FF2B5EF4-FFF2-40B4-BE49-F238E27FC236}">
                <a16:creationId xmlns:a16="http://schemas.microsoft.com/office/drawing/2014/main" id="{FDDD20DA-EE41-4CBA-871D-3B78B12A0340}"/>
              </a:ext>
            </a:extLst>
          </p:cNvPr>
          <p:cNvSpPr>
            <a:spLocks xmlns:a="http://schemas.openxmlformats.org/drawingml/2006/main" noGrp="1"/>
          </p:cNvSpPr>
          <p:nvPr/>
        </p:nvSpPr>
        <p:spPr>
          <a:xfrm xmlns:a="http://schemas.openxmlformats.org/drawingml/2006/main">
            <a:off x="685800" y="1257300"/>
            <a:ext cx="5095875"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800"/>
              <a:buFont typeface="Arial"/>
              <a:buNone/>
              <a:defRPr sz="2775" b="1">
                <a:solidFill>
                  <a:srgbClr val="D30D3A"/>
                </a:solidFill>
                <a:latin typeface="IBM Plex Sans Arabic"/>
                <a:ea typeface="IBM Plex Sans Arabic"/>
                <a:cs typeface="IBM Plex Sans Arabic"/>
              </a:defRPr>
            </a:pPr>
            <a:r>
              <a:rPr sz="2775" b="1" i="0" u="none" strike="noStrike" cap="none" lang="ar-SA">
                <a:solidFill>
                  <a:srgbClr val="D30D3A"/>
                </a:solidFill>
                <a:latin typeface="IBM Plex Sans Arabic"/>
                <a:ea typeface="IBM Plex Sans Arabic"/>
                <a:cs typeface="IBM Plex Sans Arabic"/>
              </a:rPr>
              <a:t>مواءمة الفكرة</a:t>
            </a:r>
            <a:endParaRPr sz="2800" b="1" i="0" u="none" strike="noStrike" cap="none">
              <a:solidFill>
                <a:srgbClr val="D30D3A"/>
              </a:solidFill>
              <a:latin typeface="IBM Plex Sans Arabic"/>
              <a:ea typeface="IBM Plex Sans Arabic"/>
              <a:cs typeface="IBM Plex Sans Arabic"/>
            </a:endParaRPr>
          </a:p>
        </p:txBody>
      </p:sp>
      <p:sp>
        <p:nvSpPr>
          <p:cNvPr id="225" name="Google Shape;225;p33">
            <a:extLst xmlns:a="http://schemas.openxmlformats.org/drawingml/2006/main">
              <a:ext uri="{FF2B5EF4-FFF2-40B4-BE49-F238E27FC236}">
                <a16:creationId xmlns:a16="http://schemas.microsoft.com/office/drawing/2014/main" id="{16DDEFCA-AC92-40EB-941F-267DA37AFE50}"/>
              </a:ext>
            </a:extLst>
          </p:cNvPr>
          <p:cNvSpPr>
            <a:spLocks xmlns:a="http://schemas.openxmlformats.org/drawingml/2006/main" noGrp="1"/>
          </p:cNvSpPr>
          <p:nvPr/>
        </p:nvSpPr>
        <p:spPr>
          <a:xfrm xmlns:a="http://schemas.openxmlformats.org/drawingml/2006/main">
            <a:off x="685800" y="2076450"/>
            <a:ext cx="5095875" cy="2457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1400"/>
              <a:buFont typeface="Arial"/>
              <a:buNone/>
              <a:defRPr sz="1725" b="0">
                <a:solidFill>
                  <a:srgbClr val="FFFFFF"/>
                </a:solidFill>
                <a:latin typeface="IBM Plex Sans Arabic"/>
                <a:ea typeface="IBM Plex Sans Arabic"/>
                <a:cs typeface="IBM Plex Sans Arabic"/>
              </a:defRPr>
            </a:pPr>
            <a:r>
              <a:rPr sz="1725" b="0" i="0" u="none" strike="noStrike" cap="none" lang="ar-SA">
                <a:solidFill>
                  <a:srgbClr val="FFFFFF"/>
                </a:solidFill>
                <a:latin typeface="IBM Plex Sans Arabic"/>
                <a:ea typeface="IBM Plex Sans Arabic"/>
                <a:cs typeface="IBM Plex Sans Arabic"/>
              </a:rPr>
              <a:t>التحدي 2.1</a:t>
            </a:r>
            <a:endParaRPr/>
          </a:p>
          <a:p xmlns:a="http://schemas.openxmlformats.org/drawingml/2006/main">
            <a:pPr marL="0" marR="0" lvl="0" indent="0" algn="r" rtl="1">
              <a:lnSpc>
                <a:spcPct val="115000"/>
              </a:lnSpc>
              <a:spcBef>
                <a:spcPts val="600"/>
              </a:spcBef>
              <a:spcAft>
                <a:spcPts val="0"/>
              </a:spcAft>
              <a:buClr>
                <a:srgbClr val="000000"/>
              </a:buClr>
              <a:buSzPts val="1400"/>
              <a:buFont typeface="Arial"/>
              <a:buNone/>
              <a:defRPr sz="1725" b="0">
                <a:solidFill>
                  <a:srgbClr val="FFFFFF"/>
                </a:solidFill>
                <a:latin typeface="IBM Plex Sans Arabic"/>
                <a:ea typeface="IBM Plex Sans Arabic"/>
                <a:cs typeface="IBM Plex Sans Arabic"/>
              </a:defRPr>
            </a:pPr>
            <a:r>
              <a:rPr sz="1725" b="0" i="0" u="none" strike="noStrike" cap="none" lang="ar-SA">
                <a:solidFill>
                  <a:srgbClr val="FFFFFF"/>
                </a:solidFill>
                <a:latin typeface="IBM Plex Sans Arabic"/>
                <a:ea typeface="IBM Plex Sans Arabic"/>
                <a:cs typeface="IBM Plex Sans Arabic"/>
              </a:rPr>
              <a:t>الاستدامة والأثر البيئي</a:t>
            </a:r>
            <a:endParaRPr/>
          </a:p>
          <a:p xmlns:a="http://schemas.openxmlformats.org/drawingml/2006/main">
            <a:pPr marL="0" marR="0" lvl="0" indent="0" algn="r">
              <a:lnSpc>
                <a:spcPct val="115000"/>
              </a:lnSpc>
              <a:spcBef>
                <a:spcPts val="200"/>
              </a:spcBef>
              <a:spcAft>
                <a:spcPts val="0"/>
              </a:spcAft>
              <a:buClr>
                <a:srgbClr val="000000"/>
              </a:buClr>
              <a:buSzPts val="1400"/>
              <a:buFont typeface="Arial"/>
              <a:buNone/>
            </a:pPr>
            <a:r>
              <a:rPr sz="1400" b="1" i="0" u="none" strike="noStrike" cap="none">
                <a:solidFill>
                  <a:srgbClr val="D30D3A"/>
                </a:solidFill>
                <a:latin typeface="IBM Plex Sans Arabic"/>
                <a:ea typeface="IBM Plex Sans Arabic"/>
                <a:cs typeface="IBM Plex Sans Arabic"/>
              </a:rPr>
              <a:t/>
            </a:r>
            <a:endParaRPr/>
          </a:p>
          <a:p xmlns:a="http://schemas.openxmlformats.org/drawingml/2006/main">
            <a:pPr marL="0" marR="0" lvl="0" indent="0" algn="r" rtl="1">
              <a:lnSpc>
                <a:spcPct val="115000"/>
              </a:lnSpc>
              <a:spcBef>
                <a:spcPts val="600"/>
              </a:spcBef>
              <a:spcAft>
                <a:spcPts val="0"/>
              </a:spcAft>
              <a:buClr>
                <a:srgbClr val="000000"/>
              </a:buClr>
              <a:buSzPts val="1400"/>
              <a:buFont typeface="Arial"/>
              <a:buNone/>
              <a:defRPr sz="1725" b="0">
                <a:solidFill>
                  <a:srgbClr val="FFFFFF"/>
                </a:solidFill>
                <a:latin typeface="IBM Plex Sans Arabic"/>
                <a:ea typeface="IBM Plex Sans Arabic"/>
                <a:cs typeface="IBM Plex Sans Arabic"/>
              </a:defRPr>
            </a:pPr>
            <a:r>
              <a:rPr sz="1725" b="0" i="0" u="none" strike="noStrike" cap="none" lang="ar-SA">
                <a:solidFill>
                  <a:srgbClr val="FFFFFF"/>
                </a:solidFill>
                <a:latin typeface="IBM Plex Sans Arabic"/>
                <a:ea typeface="IBM Plex Sans Arabic"/>
                <a:cs typeface="IBM Plex Sans Arabic"/>
              </a:rPr>
              <a:t>يساعد أنبت فرق العناية على فهم نقص القياس ومراجعة الحاجة للماء قبل التنفيذ.</a:t>
            </a:r>
            <a:endParaRPr/>
          </a:p>
          <a:p xmlns:a="http://schemas.openxmlformats.org/drawingml/2006/main">
            <a:pPr marL="0" marR="0" lvl="0" indent="0" algn="r">
              <a:lnSpc>
                <a:spcPct val="115000"/>
              </a:lnSpc>
              <a:spcBef>
                <a:spcPts val="600"/>
              </a:spcBef>
              <a:spcAft>
                <a:spcPts val="0"/>
              </a:spcAft>
              <a:buClr>
                <a:srgbClr val="000000"/>
              </a:buClr>
              <a:buSzPts val="1400"/>
              <a:buFont typeface="Arial"/>
              <a:buNone/>
            </a:pPr>
            <a:r>
              <a:rPr sz="1400" b="0" i="0" u="none" strike="noStrike" cap="none">
                <a:solidFill>
                  <a:schemeClr val="lt1"/>
                </a:solidFill>
                <a:latin typeface="IBM Plex Sans Arabic"/>
                <a:ea typeface="IBM Plex Sans Arabic"/>
                <a:cs typeface="IBM Plex Sans Arabic"/>
              </a:rPr>
              <a:t/>
            </a:r>
            <a:endParaRPr/>
          </a:p>
          <a:p xmlns:a="http://schemas.openxmlformats.org/drawingml/2006/main">
            <a:pPr marL="0" marR="0" lvl="0" indent="0" algn="r" rtl="1">
              <a:lnSpc>
                <a:spcPct val="115000"/>
              </a:lnSpc>
              <a:spcBef>
                <a:spcPts val="600"/>
              </a:spcBef>
              <a:spcAft>
                <a:spcPts val="0"/>
              </a:spcAft>
              <a:buClr>
                <a:srgbClr val="000000"/>
              </a:buClr>
              <a:buSzPts val="1400"/>
              <a:buFont typeface="Arial"/>
              <a:buNone/>
              <a:defRPr sz="1725" b="0">
                <a:solidFill>
                  <a:srgbClr val="FFFFFF"/>
                </a:solidFill>
                <a:latin typeface="IBM Plex Sans Arabic"/>
                <a:ea typeface="IBM Plex Sans Arabic"/>
                <a:cs typeface="IBM Plex Sans Arabic"/>
              </a:defRPr>
            </a:pPr>
            <a:r>
              <a:rPr sz="1725" b="0" i="0" u="none" strike="noStrike" cap="none" lang="ar-SA">
                <a:solidFill>
                  <a:srgbClr val="FFFFFF"/>
                </a:solidFill>
                <a:latin typeface="IBM Plex Sans Arabic"/>
                <a:ea typeface="IBM Plex Sans Arabic"/>
                <a:cs typeface="IBM Plex Sans Arabic"/>
              </a:rPr>
              <a:t>الأثر المتوقع: قرارات أوضح وإمكان تقليل الهدر، ويحتاج إثبات الوفر إلى تجربة ميدانية.</a:t>
            </a:r>
            <a:endParaRPr/>
          </a:p>
        </p:txBody>
      </p:sp>
      <p:pic>
        <p:nvPicPr>
          <p:cNvPr id="226" name="Google Shape;226;p33">
            <a:extLst xmlns:a="http://schemas.openxmlformats.org/drawingml/2006/main">
              <a:ext uri="{FF2B5EF4-FFF2-40B4-BE49-F238E27FC236}">
                <a16:creationId xmlns:a16="http://schemas.microsoft.com/office/drawing/2014/main" id="{A142514F-76AE-41B8-B98B-71611F41923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957a33d8b745e1">
            <a:alphaModFix/>
          </a:blip>
          <a:srcRect xmlns:a="http://schemas.openxmlformats.org/drawingml/2006/main" l="24017" t="0" r="38005" b="0"/>
          <a:stretch xmlns:a="http://schemas.openxmlformats.org/drawingml/2006/main"/>
        </p:blipFill>
        <p:spPr>
          <a:xfrm xmlns:a="http://schemas.openxmlformats.org/drawingml/2006/main">
            <a:off x="6213200" y="0"/>
            <a:ext cx="2930801" cy="5143501"/>
          </a:xfrm>
          <a:prstGeom xmlns:a="http://schemas.openxmlformats.org/drawingml/2006/main" prst="rect">
            <a:avLst/>
          </a:prstGeom>
          <a:ln xmlns:a="http://schemas.openxmlformats.org/drawingml/2006/main">
            <a:noFill/>
          </a:ln>
        </p:spPr>
      </p:pic>
      <p:pic>
        <p:nvPicPr>
          <p:cNvPr id="227" name="">
            <a:extLst xmlns:a="http://schemas.openxmlformats.org/drawingml/2006/main">
              <a:ext uri="{FF2B5EF4-FFF2-40B4-BE49-F238E27FC236}">
                <a16:creationId xmlns:a16="http://schemas.microsoft.com/office/drawing/2014/main" id="{1C2AA2EA-0C1D-45BB-849D-C3C2867CD09A}"/>
              </a:ext>
            </a:extLst>
          </p:cNvPr>
          <p:cNvPicPr>
            <a:picLocks xmlns:a="http://schemas.openxmlformats.org/drawingml/2006/main" noChangeAspect="1"/>
          </p:cNvPicPr>
          <p:nvPr/>
        </p:nvPicPr>
        <p:blipFill>
          <a:blip xmlns:r="http://schemas.openxmlformats.org/officeDocument/2006/relationships" xmlns:a="http://schemas.openxmlformats.org/drawingml/2006/main" r:embed="R163a8f7e4fb94055"/>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1042912157"/>
      </p:ext>
    </p:extLst>
  </p:cSld>
</p:sld>
</file>

<file path=ppt/slides/slide10.xml><?xml version="1.0" encoding="utf-8"?>
<p:sld xmlns:p="http://schemas.openxmlformats.org/presentationml/2006/main">
  <p:cSld>
    <p:bg>
      <p:bgPr>
        <a:blipFill xmlns:a="http://schemas.openxmlformats.org/drawingml/2006/main">
          <a:blip xmlns:r="http://schemas.openxmlformats.org/officeDocument/2006/relationships" r:embed="R1301a73797524c65">
            <a:alphaModFix/>
          </a:blip>
          <a:stretch>
            <a:fillRect l="0" t="0" r="0" b="0"/>
          </a:stretch>
        </a:blipFill>
      </p:bgPr>
    </p:bg>
    <p:spTree>
      <p:nvGrpSpPr>
        <p:cNvPr id="1" name=""/>
        <p:cNvGrpSpPr/>
        <p:nvPr/>
      </p:nvGrpSpPr>
      <p:grpSpPr>
        <a:xfrm xmlns:a="http://schemas.openxmlformats.org/drawingml/2006/main"/>
      </p:grpSpPr>
      <p:pic>
        <p:nvPicPr>
          <p:cNvPr id="231" name="Google Shape;231;p34">
            <a:extLst xmlns:a="http://schemas.openxmlformats.org/drawingml/2006/main">
              <a:ext uri="{FF2B5EF4-FFF2-40B4-BE49-F238E27FC236}">
                <a16:creationId xmlns:a16="http://schemas.microsoft.com/office/drawing/2014/main" id="{F6BCCC92-288D-4C62-92D8-2771E52DCB6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31af90a43ab439c">
            <a:alphaModFix/>
          </a:blip>
          <a:srcRect xmlns:a="http://schemas.openxmlformats.org/drawingml/2006/main" l="24017" t="0" r="38005" b="0"/>
          <a:stretch xmlns:a="http://schemas.openxmlformats.org/drawingml/2006/main"/>
        </p:blipFill>
        <p:spPr>
          <a:xfrm xmlns:a="http://schemas.openxmlformats.org/drawingml/2006/main">
            <a:off x="6213200" y="0"/>
            <a:ext cx="2930801" cy="5143501"/>
          </a:xfrm>
          <a:prstGeom xmlns:a="http://schemas.openxmlformats.org/drawingml/2006/main" prst="rect">
            <a:avLst/>
          </a:prstGeom>
          <a:ln xmlns:a="http://schemas.openxmlformats.org/drawingml/2006/main">
            <a:noFill/>
          </a:ln>
        </p:spPr>
      </p:pic>
      <p:sp>
        <p:nvSpPr>
          <p:cNvPr id="232" name="Google Shape;232;p34">
            <a:extLst xmlns:a="http://schemas.openxmlformats.org/drawingml/2006/main">
              <a:ext uri="{FF2B5EF4-FFF2-40B4-BE49-F238E27FC236}">
                <a16:creationId xmlns:a16="http://schemas.microsoft.com/office/drawing/2014/main" id="{38D6FDA2-711E-4010-B11F-1F6FBE1870A5}"/>
              </a:ext>
            </a:extLst>
          </p:cNvPr>
          <p:cNvSpPr>
            <a:spLocks xmlns:a="http://schemas.openxmlformats.org/drawingml/2006/main" noGrp="1"/>
          </p:cNvSpPr>
          <p:nvPr/>
        </p:nvSpPr>
        <p:spPr>
          <a:xfrm xmlns:a="http://schemas.openxmlformats.org/drawingml/2006/main">
            <a:off x="666750" y="1228725"/>
            <a:ext cx="5095875"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625" b="1">
                <a:solidFill>
                  <a:srgbClr val="D30D3A"/>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0"/>
              </a:spcBef>
              <a:spcAft>
                <a:spcPts val="0"/>
              </a:spcAft>
              <a:buClr>
                <a:srgbClr val="000000"/>
              </a:buClr>
              <a:buSzPts val="2800"/>
              <a:buFont typeface="Arial"/>
              <a:buNone/>
              <a:defRPr sz="2625" b="1">
                <a:solidFill>
                  <a:srgbClr val="D30D3A"/>
                </a:solidFill>
                <a:latin typeface="IBM Plex Sans Arabic"/>
                <a:ea typeface="IBM Plex Sans Arabic"/>
                <a:cs typeface="IBM Plex Sans Arabic"/>
              </a:defRPr>
            </a:pPr>
            <a:r>
              <a:rPr sz="2625" b="1" i="0" u="none" strike="noStrike" cap="none" lang="ar-SA">
                <a:solidFill>
                  <a:srgbClr val="D30D3A"/>
                </a:solidFill>
                <a:latin typeface="IBM Plex Sans Arabic"/>
                <a:ea typeface="IBM Plex Sans Arabic"/>
                <a:cs typeface="IBM Plex Sans Arabic"/>
              </a:rPr>
              <a:t>التوأم الرقمي والمحاكاة</a:t>
            </a:r>
            <a:endParaRPr sz="2800" b="1" i="0" u="none" strike="noStrike" cap="none">
              <a:solidFill>
                <a:srgbClr val="D30D3A"/>
              </a:solidFill>
              <a:latin typeface="IBM Plex Sans Arabic"/>
              <a:ea typeface="IBM Plex Sans Arabic"/>
              <a:cs typeface="IBM Plex Sans Arabic"/>
            </a:endParaRPr>
          </a:p>
        </p:txBody>
      </p:sp>
      <p:sp>
        <p:nvSpPr>
          <p:cNvPr id="233" name="Google Shape;233;p34">
            <a:extLst xmlns:a="http://schemas.openxmlformats.org/drawingml/2006/main">
              <a:ext uri="{FF2B5EF4-FFF2-40B4-BE49-F238E27FC236}">
                <a16:creationId xmlns:a16="http://schemas.microsoft.com/office/drawing/2014/main" id="{650A699D-01D3-410A-8E16-E1EC17F035A1}"/>
              </a:ext>
            </a:extLst>
          </p:cNvPr>
          <p:cNvSpPr>
            <a:spLocks xmlns:a="http://schemas.openxmlformats.org/drawingml/2006/main" noGrp="1"/>
          </p:cNvSpPr>
          <p:nvPr/>
        </p:nvSpPr>
        <p:spPr>
          <a:xfrm xmlns:a="http://schemas.openxmlformats.org/drawingml/2006/main">
            <a:off x="666750" y="2228850"/>
            <a:ext cx="5095875" cy="2000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algn="r" rtl="1">
              <a:spcBef>
                <a:spcPts val="0"/>
              </a:spcBef>
              <a:spcAft>
                <a:spcPts val="1300"/>
              </a:spcAft>
              <a:defRPr sz="1725" b="0">
                <a:solidFill>
                  <a:srgbClr val="FFFFFF"/>
                </a:solidFill>
                <a:latin typeface="IBM Plex Sans Arabic"/>
                <a:ea typeface="IBM Plex Sans Arabic"/>
                <a:cs typeface="IBM Plex Sans Arabic"/>
              </a:defRPr>
            </a:pPr>
            <a:r>
              <a:t>خريطة تفاعلية للقياسات والفجوات.</a:t>
            </a:r>
          </a:p>
          <a:p xmlns:a="http://schemas.openxmlformats.org/drawingml/2006/main">
            <a:pPr algn="r" rtl="1">
              <a:spcBef>
                <a:spcPts val="0"/>
              </a:spcBef>
              <a:spcAft>
                <a:spcPts val="1300"/>
              </a:spcAft>
              <a:defRPr sz="1725" b="0">
                <a:solidFill>
                  <a:srgbClr val="FFFFFF"/>
                </a:solidFill>
                <a:latin typeface="IBM Plex Sans Arabic"/>
                <a:ea typeface="IBM Plex Sans Arabic"/>
                <a:cs typeface="IBM Plex Sans Arabic"/>
              </a:defRPr>
            </a:pPr>
            <a:r>
              <a:t>«ماذا لو؟» لتجربة كمية ماء دون تغيير السجلات.</a:t>
            </a:r>
          </a:p>
          <a:p xmlns:a="http://schemas.openxmlformats.org/drawingml/2006/main">
            <a:pPr algn="r" rtl="1">
              <a:spcBef>
                <a:spcPts val="0"/>
              </a:spcBef>
              <a:spcAft>
                <a:spcPts val="1300"/>
              </a:spcAft>
              <a:defRPr sz="1725" b="0">
                <a:solidFill>
                  <a:srgbClr val="FFFFFF"/>
                </a:solidFill>
                <a:latin typeface="IBM Plex Sans Arabic"/>
                <a:ea typeface="IBM Plex Sans Arabic"/>
                <a:cs typeface="IBM Plex Sans Arabic"/>
              </a:defRPr>
            </a:pPr>
            <a:r>
              <a:t>توأم مستقل يقارن استراتيجيات الري بنموذج تجريبي وبيانات اصطناعية.</a:t>
            </a:r>
          </a:p>
        </p:txBody>
      </p:sp>
      <p:pic>
        <p:nvPicPr>
          <p:cNvPr id="234" name="">
            <a:extLst xmlns:a="http://schemas.openxmlformats.org/drawingml/2006/main">
              <a:ext uri="{FF2B5EF4-FFF2-40B4-BE49-F238E27FC236}">
                <a16:creationId xmlns:a16="http://schemas.microsoft.com/office/drawing/2014/main" id="{277E877D-F176-4A7C-82E1-28F973496CBD}"/>
              </a:ext>
            </a:extLst>
          </p:cNvPr>
          <p:cNvPicPr>
            <a:picLocks xmlns:a="http://schemas.openxmlformats.org/drawingml/2006/main" noChangeAspect="1"/>
          </p:cNvPicPr>
          <p:nvPr/>
        </p:nvPicPr>
        <p:blipFill>
          <a:blip xmlns:r="http://schemas.openxmlformats.org/officeDocument/2006/relationships" xmlns:a="http://schemas.openxmlformats.org/drawingml/2006/main" r:embed="R8d15f32ff54c48c8"/>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2136776276"/>
      </p:ext>
    </p:extLst>
  </p:cSld>
</p:sld>
</file>

<file path=ppt/slides/slide11.xml><?xml version="1.0" encoding="utf-8"?>
<p:sld xmlns:p="http://schemas.openxmlformats.org/presentationml/2006/main">
  <p:cSld>
    <p:bg>
      <p:bgPr>
        <a:blipFill xmlns:a="http://schemas.openxmlformats.org/drawingml/2006/main">
          <a:blip xmlns:r="http://schemas.openxmlformats.org/officeDocument/2006/relationships" r:embed="R0ffc315b51fb4f79">
            <a:alphaModFix/>
          </a:blip>
          <a:stretch>
            <a:fillRect l="0" t="0" r="0" b="0"/>
          </a:stretch>
        </a:blipFill>
      </p:bgPr>
    </p:bg>
    <p:spTree>
      <p:nvGrpSpPr>
        <p:cNvPr id="1" name=""/>
        <p:cNvGrpSpPr/>
        <p:nvPr/>
      </p:nvGrpSpPr>
      <p:grpSpPr>
        <a:xfrm xmlns:a="http://schemas.openxmlformats.org/drawingml/2006/main"/>
      </p:grpSpPr>
      <p:sp>
        <p:nvSpPr>
          <p:cNvPr id="238" name="Google Shape;238;p35">
            <a:extLst xmlns:a="http://schemas.openxmlformats.org/drawingml/2006/main">
              <a:ext uri="{FF2B5EF4-FFF2-40B4-BE49-F238E27FC236}">
                <a16:creationId xmlns:a16="http://schemas.microsoft.com/office/drawing/2014/main" id="{F03417EE-8F66-430C-BBAE-815842EC2F8A}"/>
              </a:ext>
            </a:extLst>
          </p:cNvPr>
          <p:cNvSpPr>
            <a:spLocks xmlns:a="http://schemas.openxmlformats.org/drawingml/2006/main" noGrp="1"/>
          </p:cNvSpPr>
          <p:nvPr/>
        </p:nvSpPr>
        <p:spPr>
          <a:xfrm xmlns:a="http://schemas.openxmlformats.org/drawingml/2006/main">
            <a:off x="2381250" y="904875"/>
            <a:ext cx="607695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1200"/>
              </a:spcBef>
              <a:spcAft>
                <a:spcPts val="1200"/>
              </a:spcAft>
              <a:buClr>
                <a:srgbClr val="000000"/>
              </a:buClr>
              <a:buSzPts val="2800"/>
              <a:buFont typeface="Arial"/>
              <a:buNone/>
              <a:defRPr sz="2775" b="1">
                <a:solidFill>
                  <a:srgbClr val="D30D3A"/>
                </a:solidFill>
                <a:latin typeface="IBM Plex Sans Arabic"/>
                <a:ea typeface="IBM Plex Sans Arabic"/>
                <a:cs typeface="IBM Plex Sans Arabic"/>
              </a:defRPr>
            </a:pPr>
            <a:r>
              <a:rPr sz="2775" b="1" i="0" u="none" strike="noStrike" cap="none" lang="ar-SA">
                <a:solidFill>
                  <a:srgbClr val="D30D3A"/>
                </a:solidFill>
                <a:latin typeface="IBM Plex Sans Arabic"/>
                <a:ea typeface="IBM Plex Sans Arabic"/>
                <a:cs typeface="IBM Plex Sans Arabic"/>
              </a:rPr>
              <a:t>الاختبار والتحقق</a:t>
            </a:r>
            <a:endParaRPr sz="2800" b="1" i="0" u="none" strike="noStrike" cap="none">
              <a:solidFill>
                <a:srgbClr val="D30D3A"/>
              </a:solidFill>
              <a:latin typeface="IBM Plex Sans Arabic"/>
              <a:ea typeface="IBM Plex Sans Arabic"/>
              <a:cs typeface="IBM Plex Sans Arabic"/>
            </a:endParaRPr>
          </a:p>
        </p:txBody>
      </p:sp>
      <p:sp>
        <p:nvSpPr>
          <p:cNvPr id="239" name="Google Shape;239;p35">
            <a:extLst xmlns:a="http://schemas.openxmlformats.org/drawingml/2006/main">
              <a:ext uri="{FF2B5EF4-FFF2-40B4-BE49-F238E27FC236}">
                <a16:creationId xmlns:a16="http://schemas.microsoft.com/office/drawing/2014/main" id="{34CBAA60-40C4-4178-8D0C-33296A60B218}"/>
              </a:ext>
            </a:extLst>
          </p:cNvPr>
          <p:cNvSpPr>
            <a:spLocks xmlns:a="http://schemas.openxmlformats.org/drawingml/2006/main" noGrp="1"/>
          </p:cNvSpPr>
          <p:nvPr/>
        </p:nvSpPr>
        <p:spPr>
          <a:xfrm xmlns:a="http://schemas.openxmlformats.org/drawingml/2006/main">
            <a:off x="876300" y="1762125"/>
            <a:ext cx="758190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025" b="1">
                <a:solidFill>
                  <a:srgbClr val="FFFFFF"/>
                </a:solidFill>
                <a:latin typeface="IBM Plex Sans Arabic"/>
                <a:ea typeface="IBM Plex Sans Arabic"/>
                <a:cs typeface="IBM Plex Sans Arabic"/>
              </a:defRPr>
            </a:defPPr>
          </a:lstStyle>
          <a:p xmlns:a="http://schemas.openxmlformats.org/drawingml/2006/main">
            <a:pPr marL="457200" marR="0" lvl="0" indent="0" algn="r" rtl="1">
              <a:lnSpc>
                <a:spcPct val="115000"/>
              </a:lnSpc>
              <a:spcBef>
                <a:spcPts val="1200"/>
              </a:spcBef>
              <a:spcAft>
                <a:spcPts val="0"/>
              </a:spcAft>
              <a:buClr>
                <a:schemeClr val="dk1"/>
              </a:buClr>
              <a:buSzPts val="1100"/>
              <a:buFont typeface="Arial"/>
              <a:buNone/>
              <a:defRPr sz="2025" b="1">
                <a:solidFill>
                  <a:srgbClr val="FFFFFF"/>
                </a:solidFill>
                <a:latin typeface="IBM Plex Sans Arabic"/>
                <a:ea typeface="IBM Plex Sans Arabic"/>
                <a:cs typeface="IBM Plex Sans Arabic"/>
              </a:defRPr>
            </a:pPr>
            <a:r>
              <a:rPr sz="2025" b="1" i="0" u="none" strike="noStrike" cap="none" lang="ar-SA">
                <a:solidFill>
                  <a:srgbClr val="FFFFFF"/>
                </a:solidFill>
                <a:latin typeface="IBM Plex Sans Arabic"/>
                <a:ea typeface="IBM Plex Sans Arabic"/>
                <a:cs typeface="IBM Plex Sans Arabic"/>
              </a:rPr>
              <a:t>تحقق برمجي موثق للواجهة والخادم</a:t>
            </a:r>
            <a:endParaRPr sz="1600" b="0" i="0" u="none" strike="noStrike" cap="none">
              <a:solidFill>
                <a:srgbClr val="C36B4E"/>
              </a:solidFill>
              <a:latin typeface="IBM Plex Sans Arabic Medium"/>
              <a:ea typeface="IBM Plex Sans Arabic Medium"/>
              <a:cs typeface="IBM Plex Sans Arabic Medium"/>
            </a:endParaRPr>
          </a:p>
        </p:txBody>
      </p:sp>
      <p:sp>
        <p:nvSpPr>
          <p:cNvPr id="240" name="test-counts">
            <a:extLst xmlns:a="http://schemas.openxmlformats.org/drawingml/2006/main">
              <a:ext uri="{FF2B5EF4-FFF2-40B4-BE49-F238E27FC236}">
                <a16:creationId xmlns:a16="http://schemas.microsoft.com/office/drawing/2014/main" id="{6529C3D6-716B-46AB-AB77-4A6F5CF64437}"/>
              </a:ext>
            </a:extLst>
          </p:cNvPr>
          <p:cNvSpPr>
            <a:spLocks xmlns:a="http://schemas.openxmlformats.org/drawingml/2006/main" noGrp="1"/>
          </p:cNvSpPr>
          <p:nvPr/>
        </p:nvSpPr>
        <p:spPr>
          <a:xfrm xmlns:a="http://schemas.openxmlformats.org/drawingml/2006/main">
            <a:off x="876300" y="2371725"/>
            <a:ext cx="7581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FFFFFF"/>
                </a:solidFill>
                <a:latin typeface="IBM Plex Sans Arabic"/>
                <a:ea typeface="IBM Plex Sans Arabic"/>
                <a:cs typeface="IBM Plex Sans Arabic"/>
              </a:defRPr>
            </a:defPPr>
          </a:lstStyle>
          <a:p xmlns:a="http://schemas.openxmlformats.org/drawingml/2006/main">
            <a:pPr algn="r" rtl="1">
              <a:lnSpc>
                <a:spcPct val="115000"/>
              </a:lnSpc>
              <a:buNone/>
              <a:defRPr sz="2250" b="1">
                <a:solidFill>
                  <a:srgbClr val="FFFFFF"/>
                </a:solidFill>
                <a:latin typeface="IBM Plex Sans Arabic"/>
                <a:ea typeface="IBM Plex Sans Arabic"/>
                <a:cs typeface="IBM Plex Sans Arabic"/>
              </a:defRPr>
            </a:pPr>
            <a:r>
              <a:rPr sz="2250" b="1" lang="ar-SA">
                <a:solidFill>
                  <a:srgbClr val="FFFFFF"/>
                </a:solidFill>
                <a:latin typeface="IBM Plex Sans Arabic"/>
                <a:ea typeface="IBM Plex Sans Arabic"/>
                <a:cs typeface="IBM Plex Sans Arabic"/>
              </a:rPr>
              <a:t>اختبارات الخادم: 136 ناجحًا</a:t>
            </a:r>
          </a:p>
          <a:p xmlns:a="http://schemas.openxmlformats.org/drawingml/2006/main">
            <a:pPr algn="r" rtl="1">
              <a:lnSpc>
                <a:spcPct val="115000"/>
              </a:lnSpc>
              <a:buNone/>
              <a:defRPr sz="2250" b="1">
                <a:solidFill>
                  <a:srgbClr val="FFFFFF"/>
                </a:solidFill>
                <a:latin typeface="IBM Plex Sans Arabic"/>
                <a:ea typeface="IBM Plex Sans Arabic"/>
                <a:cs typeface="IBM Plex Sans Arabic"/>
              </a:defRPr>
            </a:pPr>
            <a:r>
              <a:rPr sz="2250" b="1" lang="ar-SA">
                <a:solidFill>
                  <a:srgbClr val="FFFFFF"/>
                </a:solidFill>
                <a:latin typeface="IBM Plex Sans Arabic"/>
                <a:ea typeface="IBM Plex Sans Arabic"/>
                <a:cs typeface="IBM Plex Sans Arabic"/>
              </a:rPr>
              <a:t>اختبارات الواجهة: 87 ناجحًا</a:t>
            </a:r>
          </a:p>
        </p:txBody>
      </p:sp>
      <p:sp>
        <p:nvSpPr>
          <p:cNvPr id="241" name="build-status">
            <a:extLst xmlns:a="http://schemas.openxmlformats.org/drawingml/2006/main">
              <a:ext uri="{FF2B5EF4-FFF2-40B4-BE49-F238E27FC236}">
                <a16:creationId xmlns:a16="http://schemas.microsoft.com/office/drawing/2014/main" id="{C076FF79-9B91-4481-BCD9-822624B2F90F}"/>
              </a:ext>
            </a:extLst>
          </p:cNvPr>
          <p:cNvSpPr>
            <a:spLocks xmlns:a="http://schemas.openxmlformats.org/drawingml/2006/main" noGrp="1"/>
          </p:cNvSpPr>
          <p:nvPr/>
        </p:nvSpPr>
        <p:spPr>
          <a:xfrm xmlns:a="http://schemas.openxmlformats.org/drawingml/2006/main">
            <a:off x="876300" y="3457575"/>
            <a:ext cx="7581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5000"/>
              </a:lnSpc>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نجح TypeScript وESLint وبناء الإنتاج في آخر تشغيل موثق.</a:t>
            </a:r>
          </a:p>
          <a:p xmlns:a="http://schemas.openxmlformats.org/drawingml/2006/main">
            <a:pPr algn="r" rtl="1">
              <a:lnSpc>
                <a:spcPct val="115000"/>
              </a:lnSpc>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شمل الفحص اليدوي الدخول، القياس، القرار، التقرير واللغتين والمظهرين.</a:t>
            </a:r>
          </a:p>
        </p:txBody>
      </p:sp>
      <p:sp>
        <p:nvSpPr>
          <p:cNvPr id="242" name="test-caveat">
            <a:extLst xmlns:a="http://schemas.openxmlformats.org/drawingml/2006/main">
              <a:ext uri="{FF2B5EF4-FFF2-40B4-BE49-F238E27FC236}">
                <a16:creationId xmlns:a16="http://schemas.microsoft.com/office/drawing/2014/main" id="{F41AA672-AE2F-4669-B9A3-EDDAE6163E5C}"/>
              </a:ext>
            </a:extLst>
          </p:cNvPr>
          <p:cNvSpPr>
            <a:spLocks xmlns:a="http://schemas.openxmlformats.org/drawingml/2006/main" noGrp="1"/>
          </p:cNvSpPr>
          <p:nvPr/>
        </p:nvSpPr>
        <p:spPr>
          <a:xfrm xmlns:a="http://schemas.openxmlformats.org/drawingml/2006/main">
            <a:off x="876300" y="4448175"/>
            <a:ext cx="7581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5D1DE"/>
                </a:solidFill>
                <a:latin typeface="IBM Plex Sans Arabic"/>
                <a:ea typeface="IBM Plex Sans Arabic"/>
                <a:cs typeface="IBM Plex Sans Arabic"/>
              </a:defRPr>
            </a:defPPr>
          </a:lstStyle>
          <a:p xmlns:a="http://schemas.openxmlformats.org/drawingml/2006/main">
            <a:pPr algn="r" rtl="1">
              <a:lnSpc>
                <a:spcPct val="115000"/>
              </a:lnSpc>
              <a:buNone/>
              <a:defRPr sz="1350" b="0">
                <a:solidFill>
                  <a:srgbClr val="D5D1DE"/>
                </a:solidFill>
                <a:latin typeface="IBM Plex Sans Arabic"/>
                <a:ea typeface="IBM Plex Sans Arabic"/>
                <a:cs typeface="IBM Plex Sans Arabic"/>
              </a:defRPr>
            </a:pPr>
            <a:r>
              <a:rPr sz="1350" b="0" lang="ar-SA">
                <a:solidFill>
                  <a:srgbClr val="D5D1DE"/>
                </a:solidFill>
                <a:latin typeface="IBM Plex Sans Arabic"/>
                <a:ea typeface="IBM Plex Sans Arabic"/>
                <a:cs typeface="IBM Plex Sans Arabic"/>
              </a:rPr>
              <a:t>نتائج المحاكاة واختبارات البرمجيات لا تثبت دقة ميدانية أو وفرًا فعليًا.</a:t>
            </a:r>
          </a:p>
        </p:txBody>
      </p:sp>
      <p:pic>
        <p:nvPicPr>
          <p:cNvPr id="243" name="">
            <a:extLst xmlns:a="http://schemas.openxmlformats.org/drawingml/2006/main">
              <a:ext uri="{FF2B5EF4-FFF2-40B4-BE49-F238E27FC236}">
                <a16:creationId xmlns:a16="http://schemas.microsoft.com/office/drawing/2014/main" id="{76EC6024-4DDB-4DC9-A477-5B99BDBD0F50}"/>
              </a:ext>
            </a:extLst>
          </p:cNvPr>
          <p:cNvPicPr>
            <a:picLocks xmlns:a="http://schemas.openxmlformats.org/drawingml/2006/main" noChangeAspect="1"/>
          </p:cNvPicPr>
          <p:nvPr/>
        </p:nvPicPr>
        <p:blipFill>
          <a:blip xmlns:r="http://schemas.openxmlformats.org/officeDocument/2006/relationships" xmlns:a="http://schemas.openxmlformats.org/drawingml/2006/main" r:embed="R2b80b29e9c0643fd"/>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194013589"/>
      </p:ext>
    </p:extLst>
  </p:cSld>
</p:sld>
</file>

<file path=ppt/slides/slide12.xml><?xml version="1.0" encoding="utf-8"?>
<p:sld xmlns:p="http://schemas.openxmlformats.org/presentationml/2006/main">
  <p:cSld>
    <p:bg>
      <p:bgPr>
        <a:blipFill xmlns:a="http://schemas.openxmlformats.org/drawingml/2006/main">
          <a:blip xmlns:r="http://schemas.openxmlformats.org/officeDocument/2006/relationships" r:embed="R25b1e4e61dde41ec">
            <a:alphaModFix/>
          </a:blip>
          <a:stretch>
            <a:fillRect l="0" t="0" r="0" b="0"/>
          </a:stretch>
        </a:blipFill>
      </p:bgPr>
    </p:bg>
    <p:spTree>
      <p:nvGrpSpPr>
        <p:cNvPr id="1" name=""/>
        <p:cNvGrpSpPr/>
        <p:nvPr/>
      </p:nvGrpSpPr>
      <p:grpSpPr>
        <a:xfrm xmlns:a="http://schemas.openxmlformats.org/drawingml/2006/main"/>
      </p:grpSpPr>
      <p:sp>
        <p:nvSpPr>
          <p:cNvPr id="244" name="Google Shape;244;p36">
            <a:extLst xmlns:a="http://schemas.openxmlformats.org/drawingml/2006/main">
              <a:ext uri="{FF2B5EF4-FFF2-40B4-BE49-F238E27FC236}">
                <a16:creationId xmlns:a16="http://schemas.microsoft.com/office/drawing/2014/main" id="{B8DF10B7-FDF3-4072-A382-B2E9437712CE}"/>
              </a:ext>
            </a:extLst>
          </p:cNvPr>
          <p:cNvSpPr>
            <a:spLocks xmlns:a="http://schemas.openxmlformats.org/drawingml/2006/main" noGrp="1"/>
          </p:cNvSpPr>
          <p:nvPr/>
        </p:nvSpPr>
        <p:spPr>
          <a:xfrm xmlns:a="http://schemas.openxmlformats.org/drawingml/2006/main">
            <a:off x="2381250" y="685800"/>
            <a:ext cx="60769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1200"/>
              </a:spcBef>
              <a:spcAft>
                <a:spcPts val="1200"/>
              </a:spcAft>
              <a:buClr>
                <a:srgbClr val="000000"/>
              </a:buClr>
              <a:buSzPts val="2800"/>
              <a:buFont typeface="Arial"/>
              <a:buNone/>
              <a:defRPr sz="2775" b="1">
                <a:solidFill>
                  <a:srgbClr val="D30D3A"/>
                </a:solidFill>
                <a:latin typeface="IBM Plex Sans Arabic"/>
                <a:ea typeface="IBM Plex Sans Arabic"/>
                <a:cs typeface="IBM Plex Sans Arabic"/>
              </a:defRPr>
            </a:pPr>
            <a:r>
              <a:rPr sz="2775" b="1" i="0" u="none" strike="noStrike" cap="none" lang="ar-SA">
                <a:solidFill>
                  <a:srgbClr val="D30D3A"/>
                </a:solidFill>
                <a:latin typeface="IBM Plex Sans Arabic"/>
                <a:ea typeface="IBM Plex Sans Arabic"/>
                <a:cs typeface="IBM Plex Sans Arabic"/>
              </a:rPr>
              <a:t>العرض التوضيحي</a:t>
            </a:r>
            <a:endParaRPr sz="2800" b="1" i="0" u="none" strike="noStrike" cap="none">
              <a:solidFill>
                <a:srgbClr val="D30D3A"/>
              </a:solidFill>
              <a:latin typeface="IBM Plex Sans Arabic"/>
              <a:ea typeface="IBM Plex Sans Arabic"/>
              <a:cs typeface="IBM Plex Sans Arabic"/>
            </a:endParaRPr>
          </a:p>
        </p:txBody>
      </p:sp>
      <p:sp>
        <p:nvSpPr>
          <p:cNvPr id="245" name="Google Shape;245;p36">
            <a:extLst xmlns:a="http://schemas.openxmlformats.org/drawingml/2006/main">
              <a:ext uri="{FF2B5EF4-FFF2-40B4-BE49-F238E27FC236}">
                <a16:creationId xmlns:a16="http://schemas.microsoft.com/office/drawing/2014/main" id="{5C49FB4F-5132-47E6-8BBE-547F2BFCB469}"/>
              </a:ext>
            </a:extLst>
          </p:cNvPr>
          <p:cNvSpPr>
            <a:spLocks xmlns:a="http://schemas.openxmlformats.org/drawingml/2006/main" noGrp="1"/>
          </p:cNvSpPr>
          <p:nvPr/>
        </p:nvSpPr>
        <p:spPr>
          <a:xfrm xmlns:a="http://schemas.openxmlformats.org/drawingml/2006/main">
            <a:off x="685800" y="4524375"/>
            <a:ext cx="77724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350" b="0">
                <a:solidFill>
                  <a:srgbClr val="D5D1DE"/>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1200"/>
              </a:spcBef>
              <a:spcAft>
                <a:spcPts val="1200"/>
              </a:spcAft>
              <a:buClr>
                <a:srgbClr val="000000"/>
              </a:buClr>
              <a:buSzPts val="1400"/>
              <a:buFont typeface="Arial"/>
              <a:buNone/>
              <a:defRPr sz="1350" b="0">
                <a:solidFill>
                  <a:srgbClr val="D5D1DE"/>
                </a:solidFill>
                <a:latin typeface="IBM Plex Sans Arabic"/>
                <a:ea typeface="IBM Plex Sans Arabic"/>
                <a:cs typeface="IBM Plex Sans Arabic"/>
              </a:defRPr>
            </a:pPr>
            <a:r>
              <a:rPr sz="1350" b="0" i="0" u="none" strike="noStrike" cap="none" lang="ar-SA">
                <a:solidFill>
                  <a:srgbClr val="D5D1DE"/>
                </a:solidFill>
                <a:latin typeface="IBM Plex Sans Arabic"/>
                <a:ea typeface="IBM Plex Sans Arabic"/>
                <a:cs typeface="IBM Plex Sans Arabic"/>
              </a:rPr>
              <a:t>لقطة من التطبيق في بيئة عرض تجريبية. النقطة المقترحة ليست قراءة مسجلة.</a:t>
            </a:r>
            <a:endParaRPr sz="1600" b="0" i="0" u="none" strike="noStrike" cap="none">
              <a:solidFill>
                <a:schemeClr val="lt1"/>
              </a:solidFill>
              <a:latin typeface="IBM Plex Sans Arabic"/>
              <a:ea typeface="IBM Plex Sans Arabic"/>
              <a:cs typeface="IBM Plex Sans Arabic"/>
            </a:endParaRPr>
          </a:p>
        </p:txBody>
      </p:sp>
      <p:pic>
        <p:nvPicPr>
          <p:cNvPr id="246" name="">
            <a:extLst xmlns:a="http://schemas.openxmlformats.org/drawingml/2006/main">
              <a:ext uri="{FF2B5EF4-FFF2-40B4-BE49-F238E27FC236}">
                <a16:creationId xmlns:a16="http://schemas.microsoft.com/office/drawing/2014/main" id="{E89FBF60-233C-4F7E-9F38-BA666273C14C}"/>
              </a:ext>
            </a:extLst>
          </p:cNvPr>
          <p:cNvPicPr>
            <a:picLocks xmlns:a="http://schemas.openxmlformats.org/drawingml/2006/main" noChangeAspect="1"/>
          </p:cNvPicPr>
          <p:nvPr/>
        </p:nvPicPr>
        <p:blipFill>
          <a:blip xmlns:r="http://schemas.openxmlformats.org/officeDocument/2006/relationships" xmlns:a="http://schemas.openxmlformats.org/drawingml/2006/main" r:embed="R29edeebe18734386"/>
          <a:stretch xmlns:a="http://schemas.openxmlformats.org/drawingml/2006/main"/>
        </p:blipFill>
        <p:spPr>
          <a:xfrm xmlns:a="http://schemas.openxmlformats.org/drawingml/2006/main">
            <a:off x="1029469" y="1409700"/>
            <a:ext cx="5522962" cy="3105150"/>
          </a:xfrm>
          <a:prstGeom xmlns:a="http://schemas.openxmlformats.org/drawingml/2006/main" prst="rect">
            <a:avLst/>
          </a:prstGeom>
        </p:spPr>
      </p:pic>
      <p:sp>
        <p:nvSpPr>
          <p:cNvPr id="247" name="demo-path">
            <a:extLst xmlns:a="http://schemas.openxmlformats.org/drawingml/2006/main">
              <a:ext uri="{FF2B5EF4-FFF2-40B4-BE49-F238E27FC236}">
                <a16:creationId xmlns:a16="http://schemas.microsoft.com/office/drawing/2014/main" id="{DED7CC58-AF68-4154-888E-D29F1FDB4E42}"/>
              </a:ext>
            </a:extLst>
          </p:cNvPr>
          <p:cNvSpPr>
            <a:spLocks xmlns:a="http://schemas.openxmlformats.org/drawingml/2006/main" noGrp="1"/>
          </p:cNvSpPr>
          <p:nvPr/>
        </p:nvSpPr>
        <p:spPr>
          <a:xfrm xmlns:a="http://schemas.openxmlformats.org/drawingml/2006/main">
            <a:off x="7172325" y="1619250"/>
            <a:ext cx="13239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5000"/>
              </a:lnSpc>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اختر منطقة</a:t>
            </a:r>
          </a:p>
          <a:p xmlns:a="http://schemas.openxmlformats.org/drawingml/2006/main">
            <a:r>
              <a:t/>
            </a:r>
          </a:p>
          <a:p xmlns:a="http://schemas.openxmlformats.org/drawingml/2006/main">
            <a:pPr algn="r" rtl="1">
              <a:lnSpc>
                <a:spcPct val="115000"/>
              </a:lnSpc>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افتح «أين أقيس؟»</a:t>
            </a:r>
          </a:p>
          <a:p xmlns:a="http://schemas.openxmlformats.org/drawingml/2006/main">
            <a:r>
              <a:t/>
            </a:r>
          </a:p>
          <a:p xmlns:a="http://schemas.openxmlformats.org/drawingml/2006/main">
            <a:pPr algn="r" rtl="1">
              <a:lnSpc>
                <a:spcPct val="115000"/>
              </a:lnSpc>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سجّل قراءة</a:t>
            </a:r>
          </a:p>
          <a:p xmlns:a="http://schemas.openxmlformats.org/drawingml/2006/main">
            <a:r>
              <a:t/>
            </a:r>
          </a:p>
          <a:p xmlns:a="http://schemas.openxmlformats.org/drawingml/2006/main">
            <a:pPr algn="r" rtl="1">
              <a:lnSpc>
                <a:spcPct val="115000"/>
              </a:lnSpc>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راجع سبب القرار</a:t>
            </a:r>
          </a:p>
        </p:txBody>
      </p:sp>
      <p:pic>
        <p:nvPicPr>
          <p:cNvPr id="248" name="">
            <a:extLst xmlns:a="http://schemas.openxmlformats.org/drawingml/2006/main">
              <a:ext uri="{FF2B5EF4-FFF2-40B4-BE49-F238E27FC236}">
                <a16:creationId xmlns:a16="http://schemas.microsoft.com/office/drawing/2014/main" id="{9B9FBF67-3E10-4F71-8754-E1913EE009B4}"/>
              </a:ext>
            </a:extLst>
          </p:cNvPr>
          <p:cNvPicPr>
            <a:picLocks xmlns:a="http://schemas.openxmlformats.org/drawingml/2006/main" noChangeAspect="1"/>
          </p:cNvPicPr>
          <p:nvPr/>
        </p:nvPicPr>
        <p:blipFill>
          <a:blip xmlns:r="http://schemas.openxmlformats.org/officeDocument/2006/relationships" xmlns:a="http://schemas.openxmlformats.org/drawingml/2006/main" r:embed="R2d6ecbe41e954709"/>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413516248"/>
      </p:ext>
    </p:extLst>
  </p:cSld>
</p:sld>
</file>

<file path=ppt/slides/slide13.xml><?xml version="1.0" encoding="utf-8"?>
<p:sld xmlns:p="http://schemas.openxmlformats.org/presentationml/2006/main">
  <p:cSld>
    <p:bg>
      <p:bgPr>
        <a:blipFill xmlns:a="http://schemas.openxmlformats.org/drawingml/2006/main">
          <a:blip xmlns:r="http://schemas.openxmlformats.org/officeDocument/2006/relationships" r:embed="R3ee83046ef694ae5">
            <a:alphaModFix/>
          </a:blip>
          <a:stretch>
            <a:fillRect l="0" t="0" r="0" b="0"/>
          </a:stretch>
        </a:blipFill>
      </p:bgPr>
    </p:bg>
    <p:spTree>
      <p:nvGrpSpPr>
        <p:cNvPr id="1" name=""/>
        <p:cNvGrpSpPr/>
        <p:nvPr/>
      </p:nvGrpSpPr>
      <p:grpSpPr>
        <a:xfrm xmlns:a="http://schemas.openxmlformats.org/drawingml/2006/main"/>
      </p:grpSpPr>
      <p:sp>
        <p:nvSpPr>
          <p:cNvPr id="250" name="Google Shape;250;p37">
            <a:extLst xmlns:a="http://schemas.openxmlformats.org/drawingml/2006/main">
              <a:ext uri="{FF2B5EF4-FFF2-40B4-BE49-F238E27FC236}">
                <a16:creationId xmlns:a16="http://schemas.microsoft.com/office/drawing/2014/main" id="{07C463FA-FF93-4A57-A6D9-F1E42B160F2D}"/>
              </a:ext>
            </a:extLst>
          </p:cNvPr>
          <p:cNvSpPr>
            <a:spLocks xmlns:a="http://schemas.openxmlformats.org/drawingml/2006/main" noGrp="1"/>
          </p:cNvSpPr>
          <p:nvPr/>
        </p:nvSpPr>
        <p:spPr>
          <a:xfrm xmlns:a="http://schemas.openxmlformats.org/drawingml/2006/main">
            <a:off x="1952625" y="914400"/>
            <a:ext cx="6505575"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625" b="1">
                <a:solidFill>
                  <a:srgbClr val="D30D3A"/>
                </a:solidFill>
                <a:latin typeface="IBM Plex Sans Arabic"/>
                <a:ea typeface="IBM Plex Sans Arabic"/>
                <a:cs typeface="IBM Plex Sans Arabic"/>
              </a:defRPr>
            </a:defPPr>
          </a:lstStyle>
          <a:p xmlns:a="http://schemas.openxmlformats.org/drawingml/2006/main">
            <a:pPr marL="0" marR="0" lvl="0" indent="0" algn="r" rtl="1">
              <a:lnSpc>
                <a:spcPct val="115000"/>
              </a:lnSpc>
              <a:spcBef>
                <a:spcPts val="1200"/>
              </a:spcBef>
              <a:spcAft>
                <a:spcPts val="1200"/>
              </a:spcAft>
              <a:buClr>
                <a:srgbClr val="000000"/>
              </a:buClr>
              <a:buSzPts val="2800"/>
              <a:buFont typeface="Arial"/>
              <a:buNone/>
              <a:defRPr sz="2625" b="1">
                <a:solidFill>
                  <a:srgbClr val="D30D3A"/>
                </a:solidFill>
                <a:latin typeface="IBM Plex Sans Arabic"/>
                <a:ea typeface="IBM Plex Sans Arabic"/>
                <a:cs typeface="IBM Plex Sans Arabic"/>
              </a:defRPr>
            </a:pPr>
            <a:r>
              <a:rPr sz="2625" b="1" i="0" u="none" strike="noStrike" cap="none" lang="ar-SA">
                <a:solidFill>
                  <a:srgbClr val="D30D3A"/>
                </a:solidFill>
                <a:latin typeface="IBM Plex Sans Arabic"/>
                <a:ea typeface="IBM Plex Sans Arabic"/>
                <a:cs typeface="IBM Plex Sans Arabic"/>
              </a:rPr>
              <a:t>التحديات والخطوات المقبلة</a:t>
            </a:r>
            <a:endParaRPr sz="2800" b="1" i="0" u="none" strike="noStrike" cap="none">
              <a:solidFill>
                <a:srgbClr val="D30D3A"/>
              </a:solidFill>
              <a:latin typeface="IBM Plex Sans Arabic"/>
              <a:ea typeface="IBM Plex Sans Arabic"/>
              <a:cs typeface="IBM Plex Sans Arabic"/>
            </a:endParaRPr>
          </a:p>
        </p:txBody>
      </p:sp>
      <p:sp>
        <p:nvSpPr>
          <p:cNvPr id="252" name="Google Shape;252;p37">
            <a:extLst xmlns:a="http://schemas.openxmlformats.org/drawingml/2006/main">
              <a:ext uri="{FF2B5EF4-FFF2-40B4-BE49-F238E27FC236}">
                <a16:creationId xmlns:a16="http://schemas.microsoft.com/office/drawing/2014/main" id="{5BE3AE8D-F0E9-4AAC-9EE8-3138206D5FC0}"/>
              </a:ext>
            </a:extLst>
          </p:cNvPr>
          <p:cNvSpPr>
            <a:spLocks xmlns:a="http://schemas.openxmlformats.org/drawingml/2006/main" noGrp="1"/>
          </p:cNvSpPr>
          <p:nvPr/>
        </p:nvSpPr>
        <p:spPr>
          <a:xfrm xmlns:a="http://schemas.openxmlformats.org/drawingml/2006/main" rot="0" flipH="0" flipV="0">
            <a:off x="1714500" y="1952625"/>
            <a:ext cx="333375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algn="r" rtl="1">
              <a:spcBef>
                <a:spcPts val="0"/>
              </a:spcBef>
              <a:spcAft>
                <a:spcPts val="400"/>
              </a:spcAft>
              <a:defRPr sz="1725" b="0">
                <a:solidFill>
                  <a:srgbClr val="FFFFFF"/>
                </a:solidFill>
                <a:latin typeface="IBM Plex Sans Arabic"/>
                <a:ea typeface="IBM Plex Sans Arabic"/>
                <a:cs typeface="IBM Plex Sans Arabic"/>
              </a:defRPr>
            </a:pPr>
            <a:r>
              <a:t>الدعم المطلوب</a:t>
            </a:r>
          </a:p>
          <a:p xmlns:a="http://schemas.openxmlformats.org/drawingml/2006/main">
            <a:pPr algn="r" rtl="1">
              <a:spcBef>
                <a:spcPts val="0"/>
              </a:spcBef>
              <a:spcAft>
                <a:spcPts val="400"/>
              </a:spcAft>
              <a:defRPr sz="1725" b="0">
                <a:solidFill>
                  <a:srgbClr val="FFFFFF"/>
                </a:solidFill>
                <a:latin typeface="IBM Plex Sans Arabic"/>
                <a:ea typeface="IBM Plex Sans Arabic"/>
                <a:cs typeface="IBM Plex Sans Arabic"/>
              </a:defRPr>
            </a:pPr>
            <a:r>
              <a:t>موقع تجريبي، وحساسات معايرة، وإشراف زراعي وبيانات مرخصة.</a:t>
            </a:r>
          </a:p>
        </p:txBody>
      </p:sp>
      <p:pic>
        <p:nvPicPr>
          <p:cNvPr id="253" name="Google Shape;253;p37">
            <a:extLst xmlns:a="http://schemas.openxmlformats.org/drawingml/2006/main">
              <a:ext uri="{FF2B5EF4-FFF2-40B4-BE49-F238E27FC236}">
                <a16:creationId xmlns:a16="http://schemas.microsoft.com/office/drawing/2014/main" id="{9D5C2C99-7757-428D-8A75-382E4B27DD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c836764ead434e">
            <a:alphaModFix/>
          </a:blip>
          <a:srcRect xmlns:a="http://schemas.openxmlformats.org/drawingml/2006/main" l="0" t="0" r="0" b="0"/>
          <a:stretch xmlns:a="http://schemas.openxmlformats.org/drawingml/2006/main"/>
        </p:blipFill>
        <p:spPr>
          <a:xfrm xmlns:a="http://schemas.openxmlformats.org/drawingml/2006/main" rot="0" flipH="0" flipV="0">
            <a:off x="3813670" y="1792252"/>
            <a:ext cx="1242306" cy="1242306"/>
          </a:xfrm>
          <a:prstGeom xmlns:a="http://schemas.openxmlformats.org/drawingml/2006/main" prst="rect">
            <a:avLst/>
          </a:prstGeom>
          <a:ln xmlns:a="http://schemas.openxmlformats.org/drawingml/2006/main">
            <a:noFill/>
          </a:ln>
        </p:spPr>
      </p:pic>
      <p:sp>
        <p:nvSpPr>
          <p:cNvPr id="255" name="Google Shape;255;p37">
            <a:extLst xmlns:a="http://schemas.openxmlformats.org/drawingml/2006/main">
              <a:ext uri="{FF2B5EF4-FFF2-40B4-BE49-F238E27FC236}">
                <a16:creationId xmlns:a16="http://schemas.microsoft.com/office/drawing/2014/main" id="{C27B77D4-678D-4CD6-99FF-774CED8414B9}"/>
              </a:ext>
            </a:extLst>
          </p:cNvPr>
          <p:cNvSpPr>
            <a:spLocks xmlns:a="http://schemas.openxmlformats.org/drawingml/2006/main" noGrp="1"/>
          </p:cNvSpPr>
          <p:nvPr/>
        </p:nvSpPr>
        <p:spPr>
          <a:xfrm xmlns:a="http://schemas.openxmlformats.org/drawingml/2006/main" rot="0" flipH="0" flipV="0">
            <a:off x="5429250" y="1952625"/>
            <a:ext cx="2619375"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algn="r" rtl="1">
              <a:spcBef>
                <a:spcPts val="0"/>
              </a:spcBef>
              <a:spcAft>
                <a:spcPts val="400"/>
              </a:spcAft>
              <a:defRPr sz="1725" b="0">
                <a:solidFill>
                  <a:srgbClr val="FFFFFF"/>
                </a:solidFill>
                <a:latin typeface="IBM Plex Sans Arabic"/>
                <a:ea typeface="IBM Plex Sans Arabic"/>
                <a:cs typeface="IBM Plex Sans Arabic"/>
              </a:defRPr>
            </a:pPr>
            <a:r>
              <a:t>التحديات الحالية</a:t>
            </a:r>
          </a:p>
          <a:p xmlns:a="http://schemas.openxmlformats.org/drawingml/2006/main">
            <a:pPr algn="r" rtl="1">
              <a:spcBef>
                <a:spcPts val="0"/>
              </a:spcBef>
              <a:spcAft>
                <a:spcPts val="400"/>
              </a:spcAft>
              <a:defRPr sz="1725" b="0">
                <a:solidFill>
                  <a:srgbClr val="FFFFFF"/>
                </a:solidFill>
                <a:latin typeface="IBM Plex Sans Arabic"/>
                <a:ea typeface="IBM Plex Sans Arabic"/>
                <a:cs typeface="IBM Plex Sans Arabic"/>
              </a:defRPr>
            </a:pPr>
            <a:r>
              <a:t>بيانات تشغيل تجريبية، وافتراضات تربة وطقس تحتاج معايرة ميدانية.</a:t>
            </a:r>
          </a:p>
        </p:txBody>
      </p:sp>
      <p:pic>
        <p:nvPicPr>
          <p:cNvPr id="256" name="Google Shape;256;p37">
            <a:extLst xmlns:a="http://schemas.openxmlformats.org/drawingml/2006/main">
              <a:ext uri="{FF2B5EF4-FFF2-40B4-BE49-F238E27FC236}">
                <a16:creationId xmlns:a16="http://schemas.microsoft.com/office/drawing/2014/main" id="{1E0DEBD0-6199-4B16-89DB-2BEC8070616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c836764ead434e">
            <a:alphaModFix/>
          </a:blip>
          <a:srcRect xmlns:a="http://schemas.openxmlformats.org/drawingml/2006/main" l="0" t="0" r="0" b="0"/>
          <a:stretch xmlns:a="http://schemas.openxmlformats.org/drawingml/2006/main"/>
        </p:blipFill>
        <p:spPr>
          <a:xfrm xmlns:a="http://schemas.openxmlformats.org/drawingml/2006/main" rot="0" flipH="0" flipV="0">
            <a:off x="7076245" y="1792252"/>
            <a:ext cx="1242306" cy="1242306"/>
          </a:xfrm>
          <a:prstGeom xmlns:a="http://schemas.openxmlformats.org/drawingml/2006/main" prst="rect">
            <a:avLst/>
          </a:prstGeom>
          <a:ln xmlns:a="http://schemas.openxmlformats.org/drawingml/2006/main">
            <a:noFill/>
          </a:ln>
        </p:spPr>
      </p:pic>
      <p:sp>
        <p:nvSpPr>
          <p:cNvPr id="258" name="Google Shape;258;p37">
            <a:extLst xmlns:a="http://schemas.openxmlformats.org/drawingml/2006/main">
              <a:ext uri="{FF2B5EF4-FFF2-40B4-BE49-F238E27FC236}">
                <a16:creationId xmlns:a16="http://schemas.microsoft.com/office/drawing/2014/main" id="{8FD8C146-35B7-4371-B1BF-7064B361D668}"/>
              </a:ext>
            </a:extLst>
          </p:cNvPr>
          <p:cNvSpPr>
            <a:spLocks xmlns:a="http://schemas.openxmlformats.org/drawingml/2006/main" noGrp="1"/>
          </p:cNvSpPr>
          <p:nvPr/>
        </p:nvSpPr>
        <p:spPr>
          <a:xfrm xmlns:a="http://schemas.openxmlformats.org/drawingml/2006/main" rot="0" flipH="0" flipV="0">
            <a:off x="2619375" y="3514725"/>
            <a:ext cx="485775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spcBef>
                <a:spcPts val="0"/>
              </a:spcBef>
              <a:spcAft>
                <a:spcPts val="400"/>
              </a:spcAft>
              <a:defRPr sz="1650" b="0">
                <a:solidFill>
                  <a:srgbClr val="FFFFFF"/>
                </a:solidFill>
                <a:latin typeface="IBM Plex Sans Arabic"/>
                <a:ea typeface="IBM Plex Sans Arabic"/>
                <a:cs typeface="IBM Plex Sans Arabic"/>
              </a:defRPr>
            </a:pPr>
            <a:r>
              <a:t>المرحلة التالية</a:t>
            </a:r>
          </a:p>
          <a:p xmlns:a="http://schemas.openxmlformats.org/drawingml/2006/main">
            <a:pPr algn="r" rtl="1">
              <a:spcBef>
                <a:spcPts val="0"/>
              </a:spcBef>
              <a:spcAft>
                <a:spcPts val="400"/>
              </a:spcAft>
              <a:defRPr sz="1650" b="0">
                <a:solidFill>
                  <a:srgbClr val="FFFFFF"/>
                </a:solidFill>
                <a:latin typeface="IBM Plex Sans Arabic"/>
                <a:ea typeface="IBM Plex Sans Arabic"/>
                <a:cs typeface="IBM Plex Sans Arabic"/>
              </a:defRPr>
            </a:pPr>
            <a:r>
              <a:t>معايرة التربة والتدفق، ثم تجربة ميدانية لقياس الماء وحالة النبات وتقييم النموذج محليًا.</a:t>
            </a:r>
          </a:p>
        </p:txBody>
      </p:sp>
      <p:pic>
        <p:nvPicPr>
          <p:cNvPr id="259" name="Google Shape;259;p37">
            <a:extLst xmlns:a="http://schemas.openxmlformats.org/drawingml/2006/main">
              <a:ext uri="{FF2B5EF4-FFF2-40B4-BE49-F238E27FC236}">
                <a16:creationId xmlns:a16="http://schemas.microsoft.com/office/drawing/2014/main" id="{A7CF927E-B38C-4166-8938-B96C97EE25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c836764ead434e">
            <a:alphaModFix/>
          </a:blip>
          <a:srcRect xmlns:a="http://schemas.openxmlformats.org/drawingml/2006/main" l="0" t="0" r="0" b="0"/>
          <a:stretch xmlns:a="http://schemas.openxmlformats.org/drawingml/2006/main"/>
        </p:blipFill>
        <p:spPr>
          <a:xfrm xmlns:a="http://schemas.openxmlformats.org/drawingml/2006/main" rot="0" flipH="0" flipV="0">
            <a:off x="7076245" y="3461552"/>
            <a:ext cx="1242306" cy="1242306"/>
          </a:xfrm>
          <a:prstGeom xmlns:a="http://schemas.openxmlformats.org/drawingml/2006/main" prst="rect">
            <a:avLst/>
          </a:prstGeom>
          <a:ln xmlns:a="http://schemas.openxmlformats.org/drawingml/2006/main">
            <a:noFill/>
          </a:ln>
        </p:spPr>
      </p:pic>
      <p:pic>
        <p:nvPicPr>
          <p:cNvPr id="260" name="">
            <a:extLst xmlns:a="http://schemas.openxmlformats.org/drawingml/2006/main">
              <a:ext uri="{FF2B5EF4-FFF2-40B4-BE49-F238E27FC236}">
                <a16:creationId xmlns:a16="http://schemas.microsoft.com/office/drawing/2014/main" id="{319C7074-AE8D-43B5-ADF9-2F3BAC37B2CC}"/>
              </a:ext>
            </a:extLst>
          </p:cNvPr>
          <p:cNvPicPr>
            <a:picLocks xmlns:a="http://schemas.openxmlformats.org/drawingml/2006/main" noChangeAspect="1"/>
          </p:cNvPicPr>
          <p:nvPr/>
        </p:nvPicPr>
        <p:blipFill>
          <a:blip xmlns:r="http://schemas.openxmlformats.org/officeDocument/2006/relationships" xmlns:a="http://schemas.openxmlformats.org/drawingml/2006/main" r:embed="Rd892eb71846a46d6"/>
          <a:stretch xmlns:a="http://schemas.openxmlformats.org/drawingml/2006/main"/>
        </p:blipFill>
        <p:spPr>
          <a:xfrm xmlns:a="http://schemas.openxmlformats.org/drawingml/2006/main">
            <a:off x="342900" y="257182"/>
            <a:ext cx="790575" cy="373080"/>
          </a:xfrm>
          <a:prstGeom xmlns:a="http://schemas.openxmlformats.org/drawingml/2006/main" prst="rect">
            <a:avLst/>
          </a:prstGeom>
        </p:spPr>
      </p:pic>
    </p:spTree>
    <p:extLst>
      <p:ext uri="{BB962C8B-B14F-4D97-AF65-F5344CB8AC3E}">
        <p14:creationId xmlns:p14="http://schemas.microsoft.com/office/powerpoint/2010/main" val="433947925"/>
      </p:ext>
    </p:extLst>
  </p:cSld>
</p:sld>
</file>

<file path=ppt/slides/slide14.xml><?xml version="1.0" encoding="utf-8"?>
<p:sld xmlns:p="http://schemas.openxmlformats.org/presentationml/2006/main">
  <p:cSld>
    <p:bg>
      <p:bgPr>
        <a:blipFill xmlns:a="http://schemas.openxmlformats.org/drawingml/2006/main">
          <a:blip xmlns:r="http://schemas.openxmlformats.org/officeDocument/2006/relationships" r:embed="Re36f85d66c1a41b3">
            <a:alphaModFix/>
          </a:blip>
          <a:stretch>
            <a:fillRect l="0" t="0" r="0" b="0"/>
          </a:stretch>
        </a:blipFill>
      </p:bgPr>
    </p:bg>
    <p:spTree>
      <p:nvGrpSpPr>
        <p:cNvPr id="1" name=""/>
        <p:cNvGrpSpPr/>
        <p:nvPr/>
      </p:nvGrpSpPr>
      <p:grpSpPr>
        <a:xfrm xmlns:a="http://schemas.openxmlformats.org/drawingml/2006/main"/>
      </p:grpSpPr>
      <p:sp>
        <p:nvSpPr>
          <p:cNvPr id="264" name="Google Shape;264;p38">
            <a:extLst xmlns:a="http://schemas.openxmlformats.org/drawingml/2006/main">
              <a:ext uri="{FF2B5EF4-FFF2-40B4-BE49-F238E27FC236}">
                <a16:creationId xmlns:a16="http://schemas.microsoft.com/office/drawing/2014/main" id="{60E0C3D4-7422-4E3D-8FEA-AC248AE36422}"/>
              </a:ext>
            </a:extLst>
          </p:cNvPr>
          <p:cNvSpPr>
            <a:spLocks xmlns:a="http://schemas.openxmlformats.org/drawingml/2006/main" noGrp="1"/>
          </p:cNvSpPr>
          <p:nvPr/>
        </p:nvSpPr>
        <p:spPr>
          <a:xfrm xmlns:a="http://schemas.openxmlformats.org/drawingml/2006/main">
            <a:off x="1143000" y="3286125"/>
            <a:ext cx="6858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3600" b="1">
                <a:solidFill>
                  <a:srgbClr val="FFFFFF"/>
                </a:solidFill>
                <a:latin typeface="IBM Plex Sans Arabic"/>
                <a:ea typeface="IBM Plex Sans Arabic"/>
                <a:cs typeface="IBM Plex Sans Arabic"/>
              </a:defRPr>
            </a:defPPr>
          </a:lstStyle>
          <a:p xmlns:a="http://schemas.openxmlformats.org/drawingml/2006/main">
            <a:pPr marL="0" marR="0" lvl="0" indent="0" algn="ctr" rtl="1">
              <a:lnSpc>
                <a:spcPct val="115000"/>
              </a:lnSpc>
              <a:spcBef>
                <a:spcPts val="1200"/>
              </a:spcBef>
              <a:spcAft>
                <a:spcPts val="1200"/>
              </a:spcAft>
              <a:buClr>
                <a:srgbClr val="000000"/>
              </a:buClr>
              <a:buSzPts val="5200"/>
              <a:buFont typeface="Arial"/>
              <a:buNone/>
              <a:defRPr sz="3600" b="1">
                <a:solidFill>
                  <a:srgbClr val="FFFFFF"/>
                </a:solidFill>
                <a:latin typeface="IBM Plex Sans Arabic"/>
                <a:ea typeface="IBM Plex Sans Arabic"/>
                <a:cs typeface="IBM Plex Sans Arabic"/>
              </a:defRPr>
            </a:pPr>
            <a:r>
              <a:rPr sz="3600" b="1" i="0" u="none" strike="noStrike" cap="none" lang="ar-SA">
                <a:solidFill>
                  <a:srgbClr val="FFFFFF"/>
                </a:solidFill>
                <a:latin typeface="IBM Plex Sans Arabic"/>
                <a:ea typeface="IBM Plex Sans Arabic"/>
                <a:cs typeface="IBM Plex Sans Arabic"/>
              </a:rPr>
              <a:t>شكرًا لكم</a:t>
            </a:r>
            <a:endParaRPr sz="5200" b="1" i="0" u="none" strike="noStrike" cap="none">
              <a:solidFill>
                <a:schemeClr val="lt1"/>
              </a:solidFill>
              <a:latin typeface="IBM Plex Sans Arabic"/>
              <a:ea typeface="IBM Plex Sans Arabic"/>
              <a:cs typeface="IBM Plex Sans Arabic"/>
            </a:endParaRPr>
          </a:p>
        </p:txBody>
      </p:sp>
      <p:pic>
        <p:nvPicPr>
          <p:cNvPr id="265" name="Google Shape;265;p38">
            <a:extLst xmlns:a="http://schemas.openxmlformats.org/drawingml/2006/main">
              <a:ext uri="{FF2B5EF4-FFF2-40B4-BE49-F238E27FC236}">
                <a16:creationId xmlns:a16="http://schemas.microsoft.com/office/drawing/2014/main" id="{FEA82C78-28DC-4E4E-B7BE-F7AD88F064C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b51eb2e66349e4">
            <a:alphaModFix/>
          </a:blip>
          <a:srcRect xmlns:a="http://schemas.openxmlformats.org/drawingml/2006/main" l="0" t="0" r="0" b="0"/>
          <a:stretch xmlns:a="http://schemas.openxmlformats.org/drawingml/2006/main"/>
        </p:blipFill>
        <p:spPr>
          <a:xfrm xmlns:a="http://schemas.openxmlformats.org/drawingml/2006/main">
            <a:off x="5695886" y="985996"/>
            <a:ext cx="977418" cy="640470"/>
          </a:xfrm>
          <a:prstGeom xmlns:a="http://schemas.openxmlformats.org/drawingml/2006/main" prst="rect">
            <a:avLst/>
          </a:prstGeom>
          <a:ln xmlns:a="http://schemas.openxmlformats.org/drawingml/2006/main">
            <a:noFill/>
          </a:ln>
        </p:spPr>
      </p:pic>
      <p:pic>
        <p:nvPicPr>
          <p:cNvPr id="266" name="Google Shape;266;p38">
            <a:extLst xmlns:a="http://schemas.openxmlformats.org/drawingml/2006/main">
              <a:ext uri="{FF2B5EF4-FFF2-40B4-BE49-F238E27FC236}">
                <a16:creationId xmlns:a16="http://schemas.microsoft.com/office/drawing/2014/main" id="{1B6E48A5-5D34-43EB-81E1-E030313761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c5f6d45edb4bb8">
            <a:alphaModFix/>
          </a:blip>
          <a:srcRect xmlns:a="http://schemas.openxmlformats.org/drawingml/2006/main" l="0" t="0" r="0" b="0"/>
          <a:stretch xmlns:a="http://schemas.openxmlformats.org/drawingml/2006/main"/>
        </p:blipFill>
        <p:spPr>
          <a:xfrm xmlns:a="http://schemas.openxmlformats.org/drawingml/2006/main">
            <a:off x="3658834" y="792925"/>
            <a:ext cx="1944378" cy="1072926"/>
          </a:xfrm>
          <a:prstGeom xmlns:a="http://schemas.openxmlformats.org/drawingml/2006/main" prst="rect">
            <a:avLst/>
          </a:prstGeom>
          <a:ln xmlns:a="http://schemas.openxmlformats.org/drawingml/2006/main">
            <a:noFill/>
          </a:ln>
        </p:spPr>
      </p:pic>
      <p:pic>
        <p:nvPicPr>
          <p:cNvPr id="267" name="Google Shape;267;p38">
            <a:extLst xmlns:a="http://schemas.openxmlformats.org/drawingml/2006/main">
              <a:ext uri="{FF2B5EF4-FFF2-40B4-BE49-F238E27FC236}">
                <a16:creationId xmlns:a16="http://schemas.microsoft.com/office/drawing/2014/main" id="{6FF1EADA-19A0-4723-9BE5-AC313A0DDA8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b642bd6d5204431">
            <a:alphaModFix/>
          </a:blip>
          <a:srcRect xmlns:a="http://schemas.openxmlformats.org/drawingml/2006/main" l="14448" t="33687" r="14448" b="33690"/>
          <a:stretch xmlns:a="http://schemas.openxmlformats.org/drawingml/2006/main"/>
        </p:blipFill>
        <p:spPr>
          <a:xfrm xmlns:a="http://schemas.openxmlformats.org/drawingml/2006/main">
            <a:off x="2137332" y="1061327"/>
            <a:ext cx="1628005" cy="746978"/>
          </a:xfrm>
          <a:prstGeom xmlns:a="http://schemas.openxmlformats.org/drawingml/2006/main" prst="rect">
            <a:avLst/>
          </a:prstGeom>
          <a:ln xmlns:a="http://schemas.openxmlformats.org/drawingml/2006/main">
            <a:noFill/>
          </a:ln>
        </p:spPr>
      </p:pic>
      <p:pic>
        <p:nvPicPr>
          <p:cNvPr id="268" name="">
            <a:extLst xmlns:a="http://schemas.openxmlformats.org/drawingml/2006/main">
              <a:ext uri="{FF2B5EF4-FFF2-40B4-BE49-F238E27FC236}">
                <a16:creationId xmlns:a16="http://schemas.microsoft.com/office/drawing/2014/main" id="{F019DD68-2F06-4086-BC5C-5296DBA9127D}"/>
              </a:ext>
            </a:extLst>
          </p:cNvPr>
          <p:cNvPicPr>
            <a:picLocks xmlns:a="http://schemas.openxmlformats.org/drawingml/2006/main" noChangeAspect="1"/>
          </p:cNvPicPr>
          <p:nvPr/>
        </p:nvPicPr>
        <p:blipFill>
          <a:blip xmlns:r="http://schemas.openxmlformats.org/officeDocument/2006/relationships" xmlns:a="http://schemas.openxmlformats.org/drawingml/2006/main" r:embed="Rfbdd492de2e4448a"/>
          <a:stretch xmlns:a="http://schemas.openxmlformats.org/drawingml/2006/main"/>
        </p:blipFill>
        <p:spPr>
          <a:xfrm xmlns:a="http://schemas.openxmlformats.org/drawingml/2006/main">
            <a:off x="3613263" y="2143125"/>
            <a:ext cx="1917473" cy="904875"/>
          </a:xfrm>
          <a:prstGeom xmlns:a="http://schemas.openxmlformats.org/drawingml/2006/main" prst="rect">
            <a:avLst/>
          </a:prstGeom>
        </p:spPr>
      </p:pic>
      <p:sp>
        <p:nvSpPr>
          <p:cNvPr id="269" name="closing">
            <a:extLst xmlns:a="http://schemas.openxmlformats.org/drawingml/2006/main">
              <a:ext uri="{FF2B5EF4-FFF2-40B4-BE49-F238E27FC236}">
                <a16:creationId xmlns:a16="http://schemas.microsoft.com/office/drawing/2014/main" id="{8F9AE1C5-D492-457A-8A0A-1E885E1A11B0}"/>
              </a:ext>
            </a:extLst>
          </p:cNvPr>
          <p:cNvSpPr>
            <a:spLocks xmlns:a="http://schemas.openxmlformats.org/drawingml/2006/main" noGrp="1"/>
          </p:cNvSpPr>
          <p:nvPr/>
        </p:nvSpPr>
        <p:spPr>
          <a:xfrm xmlns:a="http://schemas.openxmlformats.org/drawingml/2006/main">
            <a:off x="1143000" y="40767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IBM Plex Sans Arabic"/>
                <a:ea typeface="IBM Plex Sans Arabic"/>
                <a:cs typeface="IBM Plex Sans Arabic"/>
              </a:defRPr>
            </a:defPPr>
          </a:lstStyle>
          <a:p xmlns:a="http://schemas.openxmlformats.org/drawingml/2006/main">
            <a:pPr algn="ctr" rtl="1">
              <a:lnSpc>
                <a:spcPct val="115000"/>
              </a:lnSpc>
              <a:buNone/>
              <a:defRPr sz="1950" b="1">
                <a:solidFill>
                  <a:srgbClr val="FFFFFF"/>
                </a:solidFill>
                <a:latin typeface="IBM Plex Sans Arabic"/>
                <a:ea typeface="IBM Plex Sans Arabic"/>
                <a:cs typeface="IBM Plex Sans Arabic"/>
              </a:defRPr>
            </a:pPr>
            <a:r>
              <a:rPr sz="1950" b="1" lang="ar-SA">
                <a:solidFill>
                  <a:srgbClr val="FFFFFF"/>
                </a:solidFill>
                <a:latin typeface="IBM Plex Sans Arabic"/>
                <a:ea typeface="IBM Plex Sans Arabic"/>
                <a:cs typeface="IBM Plex Sans Arabic"/>
              </a:rPr>
              <a:t>أنبت 2.0</a:t>
            </a:r>
          </a:p>
        </p:txBody>
      </p:sp>
    </p:spTree>
    <p:extLst>
      <p:ext uri="{BB962C8B-B14F-4D97-AF65-F5344CB8AC3E}">
        <p14:creationId xmlns:p14="http://schemas.microsoft.com/office/powerpoint/2010/main" val="1563025847"/>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MUHAMAD ABDULAZIZ SALIH ZEID</cp:lastModifiedBy>
  <cp:revision>1</cp:revision>
  <dcterms:modified xsi:type="dcterms:W3CDTF">2026-10-15T13:15:00Z</dcterms:modified>
  <dc:title>أنبت 2.0 — هاكاثون إكسبو الرياض 2030</dc:title>
</cp:coreProperties>
</file>