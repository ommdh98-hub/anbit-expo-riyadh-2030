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620fa653da480e" /><Relationship Type="http://schemas.openxmlformats.org/officeDocument/2006/relationships/extended-properties" Target="/docProps/app.xml" Id="R3aa074f963ef41ec" /><Relationship Type="http://schemas.openxmlformats.org/officeDocument/2006/relationships/officeDocument" Target="/ppt/presentation.xml" Id="Refbbad40ad484bd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7869c895db44301"/>
    <p:sldMasterId xmlns:r="http://schemas.openxmlformats.org/officeDocument/2006/relationships" id="2147483660" r:id="Rb48033b0022144b4"/>
  </p:sldMasterIdLst>
  <p:notesMasterIdLst>
    <p:notesMasterId xmlns:r="http://schemas.openxmlformats.org/officeDocument/2006/relationships" r:id="Re67c08064cd9429e"/>
  </p:notesMasterIdLst>
  <p:sldIdLst>
    <p:sldId xmlns:r="http://schemas.openxmlformats.org/officeDocument/2006/relationships" id="256" r:id="Ra6765e25d29146db"/>
    <p:sldId xmlns:r="http://schemas.openxmlformats.org/officeDocument/2006/relationships" id="257" r:id="R5c1a3b5d949046bf"/>
    <p:sldId xmlns:r="http://schemas.openxmlformats.org/officeDocument/2006/relationships" id="258" r:id="Rea3a041928ba4625"/>
    <p:sldId xmlns:r="http://schemas.openxmlformats.org/officeDocument/2006/relationships" id="259" r:id="R463ea7248cb8427a"/>
    <p:sldId xmlns:r="http://schemas.openxmlformats.org/officeDocument/2006/relationships" id="260" r:id="R56353b0cca4546ac"/>
    <p:sldId xmlns:r="http://schemas.openxmlformats.org/officeDocument/2006/relationships" id="261" r:id="R5f49edcec3524510"/>
    <p:sldId xmlns:r="http://schemas.openxmlformats.org/officeDocument/2006/relationships" id="262" r:id="R07211d10d1204452"/>
    <p:sldId xmlns:r="http://schemas.openxmlformats.org/officeDocument/2006/relationships" id="263" r:id="R3d1ab8cd1d21460e"/>
    <p:sldId xmlns:r="http://schemas.openxmlformats.org/officeDocument/2006/relationships" id="264" r:id="R58b925c9e96b4c18"/>
    <p:sldId xmlns:r="http://schemas.openxmlformats.org/officeDocument/2006/relationships" id="265" r:id="Radaf271c78f2478c"/>
    <p:sldId xmlns:r="http://schemas.openxmlformats.org/officeDocument/2006/relationships" id="266" r:id="Ra4d22556161840dc"/>
    <p:sldId xmlns:r="http://schemas.openxmlformats.org/officeDocument/2006/relationships" id="267" r:id="Rba31a6edb9c54869"/>
    <p:sldId xmlns:r="http://schemas.openxmlformats.org/officeDocument/2006/relationships" id="268" r:id="R27a53c23632546fc"/>
    <p:sldId xmlns:r="http://schemas.openxmlformats.org/officeDocument/2006/relationships" id="269" r:id="R0d32ff0bfbfb41f1"/>
  </p:sldIdLst>
  <p:sldSz cx="9144000" cy="5143500"/>
  <p:notesSz cx="6858000" cy="9144000"/>
  <p:embeddedFontLst>
    <p:embeddedFont>
      <p:font typeface="IBM Plex Sans Arabic"/>
      <p:regular xmlns:r="http://schemas.openxmlformats.org/officeDocument/2006/relationships" r:id="R081e1219f4274004"/>
      <p:bold xmlns:r="http://schemas.openxmlformats.org/officeDocument/2006/relationships" r:id="Ra17e6e480f534f57"/>
    </p:embeddedFont>
    <p:embeddedFont>
      <p:font typeface="IBM Plex Sans Arabic Medium"/>
      <p:regular xmlns:r="http://schemas.openxmlformats.org/officeDocument/2006/relationships" r:id="R5f7aee0a8bcc442b"/>
      <p:bold xmlns:r="http://schemas.openxmlformats.org/officeDocument/2006/relationships" r:id="R2c9a92d794854e0d"/>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0edd27d15484569" /><Relationship Type="http://schemas.openxmlformats.org/officeDocument/2006/relationships/slideMaster" Target="/ppt/slideMasters/slideMaster1.xml" Id="Ra7869c895db44301" /><Relationship Type="http://schemas.openxmlformats.org/officeDocument/2006/relationships/slideMaster" Target="/ppt/slideMasters/slideMaster2.xml" Id="Rb48033b0022144b4" /><Relationship Type="http://schemas.openxmlformats.org/officeDocument/2006/relationships/notesMaster" Target="/ppt/notesMasters/notesMaster1.xml" Id="Re67c08064cd9429e" /><Relationship Type="http://schemas.openxmlformats.org/officeDocument/2006/relationships/presProps" Target="/ppt/presProps.xml" Id="R6274f7a98f2944dd" /><Relationship Type="http://schemas.openxmlformats.org/officeDocument/2006/relationships/viewProps" Target="/ppt/viewProps.xml" Id="Rbbe7618ee8be4d57" /><Relationship Type="http://schemas.openxmlformats.org/officeDocument/2006/relationships/tableStyles" Target="/ppt/tableStyles.xml" Id="R86d63e3c8e6a4c06" /><Relationship Type="http://schemas.openxmlformats.org/officeDocument/2006/relationships/font" Target="/ppt/fonts/font.dat" Id="R081e1219f4274004" /><Relationship Type="http://schemas.openxmlformats.org/officeDocument/2006/relationships/font" Target="/ppt/fonts/font2.dat" Id="Ra17e6e480f534f57" /><Relationship Type="http://schemas.openxmlformats.org/officeDocument/2006/relationships/font" Target="/ppt/fonts/font3.dat" Id="R5f7aee0a8bcc442b" /><Relationship Type="http://schemas.openxmlformats.org/officeDocument/2006/relationships/font" Target="/ppt/fonts/font4.dat" Id="R2c9a92d794854e0d" /><Relationship Type="http://schemas.openxmlformats.org/officeDocument/2006/relationships/slide" Target="/ppt/slides/slide1.xml" Id="Ra6765e25d29146db" /><Relationship Type="http://schemas.openxmlformats.org/officeDocument/2006/relationships/slide" Target="/ppt/slides/slide2.xml" Id="R5c1a3b5d949046bf" /><Relationship Type="http://schemas.openxmlformats.org/officeDocument/2006/relationships/slide" Target="/ppt/slides/slide3.xml" Id="Rea3a041928ba4625" /><Relationship Type="http://schemas.openxmlformats.org/officeDocument/2006/relationships/slide" Target="/ppt/slides/slide4.xml" Id="R463ea7248cb8427a" /><Relationship Type="http://schemas.openxmlformats.org/officeDocument/2006/relationships/slide" Target="/ppt/slides/slide5.xml" Id="R56353b0cca4546ac" /><Relationship Type="http://schemas.openxmlformats.org/officeDocument/2006/relationships/slide" Target="/ppt/slides/slide6.xml" Id="R5f49edcec3524510" /><Relationship Type="http://schemas.openxmlformats.org/officeDocument/2006/relationships/slide" Target="/ppt/slides/slide7.xml" Id="R07211d10d1204452" /><Relationship Type="http://schemas.openxmlformats.org/officeDocument/2006/relationships/slide" Target="/ppt/slides/slide8.xml" Id="R3d1ab8cd1d21460e" /><Relationship Type="http://schemas.openxmlformats.org/officeDocument/2006/relationships/slide" Target="/ppt/slides/slide9.xml" Id="R58b925c9e96b4c18" /><Relationship Type="http://schemas.openxmlformats.org/officeDocument/2006/relationships/slide" Target="/ppt/slides/slide10.xml" Id="Radaf271c78f2478c" /><Relationship Type="http://schemas.openxmlformats.org/officeDocument/2006/relationships/slide" Target="/ppt/slides/slide11.xml" Id="Ra4d22556161840dc" /><Relationship Type="http://schemas.openxmlformats.org/officeDocument/2006/relationships/slide" Target="/ppt/slides/slide12.xml" Id="Rba31a6edb9c54869" /><Relationship Type="http://schemas.openxmlformats.org/officeDocument/2006/relationships/slide" Target="/ppt/slides/slide13.xml" Id="R27a53c23632546fc" /><Relationship Type="http://schemas.openxmlformats.org/officeDocument/2006/relationships/slide" Target="/ppt/slides/slide14.xml" Id="R0d32ff0bfbfb41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78196f619c3f41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c6eda3a6d74cdd" /><Relationship Type="http://schemas.openxmlformats.org/officeDocument/2006/relationships/notesMaster" Target="/ppt/notesMasters/notesMaster1.xml" Id="Rd52c15c7eb354c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855d04ea5c4a9b" /><Relationship Type="http://schemas.openxmlformats.org/officeDocument/2006/relationships/notesMaster" Target="/ppt/notesMasters/notesMaster1.xml" Id="R31b2b375922243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7db3a28e9a4bff" /><Relationship Type="http://schemas.openxmlformats.org/officeDocument/2006/relationships/notesMaster" Target="/ppt/notesMasters/notesMaster1.xml" Id="Rcd16f591ffc240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3f7362263543e5" /><Relationship Type="http://schemas.openxmlformats.org/officeDocument/2006/relationships/notesMaster" Target="/ppt/notesMasters/notesMaster1.xml" Id="R94bbbb992a4649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7d2250a7a74e0a" /><Relationship Type="http://schemas.openxmlformats.org/officeDocument/2006/relationships/notesMaster" Target="/ppt/notesMasters/notesMaster1.xml" Id="R60633f3a3e2941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c2755d0da346c6" /><Relationship Type="http://schemas.openxmlformats.org/officeDocument/2006/relationships/notesMaster" Target="/ppt/notesMasters/notesMaster1.xml" Id="R6543fa212f5843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6e0ca187854b4a" /><Relationship Type="http://schemas.openxmlformats.org/officeDocument/2006/relationships/notesMaster" Target="/ppt/notesMasters/notesMaster1.xml" Id="Reebb43ae73a44e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e122a77ad04a3c" /><Relationship Type="http://schemas.openxmlformats.org/officeDocument/2006/relationships/notesMaster" Target="/ppt/notesMasters/notesMaster1.xml" Id="Ra1392460e5b142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4627a93e484eaa" /><Relationship Type="http://schemas.openxmlformats.org/officeDocument/2006/relationships/notesMaster" Target="/ppt/notesMasters/notesMaster1.xml" Id="R06e69c82b46047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99b7f9c43d478b" /><Relationship Type="http://schemas.openxmlformats.org/officeDocument/2006/relationships/notesMaster" Target="/ppt/notesMasters/notesMaster1.xml" Id="R485df5cfad1343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ed8d87a04d46dd" /><Relationship Type="http://schemas.openxmlformats.org/officeDocument/2006/relationships/notesMaster" Target="/ppt/notesMasters/notesMaster1.xml" Id="R9e61e13134cb48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fc97bf529c438a" /><Relationship Type="http://schemas.openxmlformats.org/officeDocument/2006/relationships/notesMaster" Target="/ppt/notesMasters/notesMaster1.xml" Id="R59555269cf624c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de10e80c4f41ca" /><Relationship Type="http://schemas.openxmlformats.org/officeDocument/2006/relationships/notesMaster" Target="/ppt/notesMasters/notesMaster1.xml" Id="R7b88caa4c53448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71747d0717c448a" /><Relationship Type="http://schemas.openxmlformats.org/officeDocument/2006/relationships/notesMaster" Target="/ppt/notesMasters/notesMaster1.xml" Id="R2e2761d4b5164a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15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نحن فريق أنبت. نعمل على سؤال عملي: كيف نتخذ قرار ري واضحًا عندما لا نملك قياسات كافية لكل المسطح؟ أنبت يربط صلاحية القياس بمراجعة القرار، ويتيح تجربة البدائل في محاكاة مستقلة.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README.md؛ backend/app/engine.py؛ backend/app/main.py؛ backend/app/home.py؛ docs/AUDIENCES_AND_PERMISSIONS.md. النسخة المحلية المنفذة، 15 أكتوبر 2026. frontend/lib/twin/engine.ts؛ frontend/lib/twin/constants.ts؛ frontend/lib/twin/model.ts؛ research/simulation/README.md؛ research/simulation/metrics.json. التوأم محاكاة متصفح مستقلة ببيانات وطقس وحساسات وصمامات اصطناعية. لا كتابة في قاعدة التشغيل ولا اتصال بأجهزة.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10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فريق أنبت يقدّم نموذجًا متكاملًا يجمع واجهة الاستخدام ومحرك القرار والمحاكاة والتحقق البرمجي.</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أسماء أعضاء الفريق وصورهم من القالب الأصلي الذي قدمه المستخدم. لم تُضف أدوار أو مؤهلات غير مؤكدة.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5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نبدأ بالمشكلة، ثم نوضح الحل وبياناته، ونعرض ما نفذناه وكيف اختبرناه، ثم الخطوة الميدانية التالية.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ترتيب أقسام القالب الأصلي محفوظ في 14 شريحة.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35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تخيّل فريقًا مسؤولًا عن مسطح كبير، ولديه قراءات من نقاط قليلة. قد تجف بقعة وتبقى أخرى رطبة، وقد تتقادم القراءة قبل اتخاذ القرار. المشكلة هنا أن القرار يشمل مساحة أكبر مما نعرفه. لذلك يبدأ أنبت بفحص البيانات، ثم يطلب القياس الناقص في موضع مقترح، ولا يتيح مراجعة الري إلا وفق شروط المحرك.</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README.md؛ backend/app/engine.py؛ backend/app/main.py؛ backend/app/home.py؛ docs/AUDIENCES_AND_PERMISSIONS.md. النسخة المحلية المنفذة، 15 أكتوبر 2026.</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تفاصيل وأسئلة متوقعة:</a:t>
            </a:r>
            <a:endParaRPr/>
          </a:p>
          <a:p xmlns:a="http://schemas.openxmlformats.org/drawingml/2006/main">
            <a:pPr marL="0" lvl="0" indent="0" algn="l" rtl="1">
              <a:lnSpc>
                <a:spcPct val="100000"/>
              </a:lnSpc>
              <a:spcBef>
                <a:spcPts val="0"/>
              </a:spcBef>
              <a:spcAft>
                <a:spcPts val="0"/>
              </a:spcAft>
              <a:buSzPts val="1100"/>
              <a:buNone/>
            </a:pPr>
            <a:r>
              <a:t>هذا وصف للمشكلة التشغيلية التي يعالجها النموذج، وليس ادعاءً بإجراء مقابلات أو تجربة ميدانية. التغطية هندسية تقريبية، وليست نسبة ثقة إحصائية. لا يعني نقص المعلومات ضرورة الري.</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20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بيانات الموقع الحالي تجريبية. نحفظ مع القراءة وقتها ووحدتها وجودتها ومصدرها، ونفصل التقدير عنها. دليل النباتات والمدن ميزة معلوماتية مستقلة عن الري. أما بيانات التعلم الآلي في التوأم فصناعية ومعلنة، ولا نعاملها كقياسات حقلية.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README.md؛ backend/app/engine.py؛ backend/app/main.py؛ backend/app/home.py؛ docs/AUDIENCES_AND_PERMISSIONS.md. النسخة المحلية المنفذة، 15 أكتوبر 2026. docs/PLANT_CITY_DATA.md؛ docs/GROWING_GUIDE.md؛ frontend/data/plant-city.json. مقتطف 17 نباتًا و14 مدينة و238 مطابقة تجريبية. بيانات العناية مستقلة بمراجع عامة، وليست وصفات ري محلية معايرة. frontend/lib/twin/engine.ts؛ frontend/lib/twin/constants.ts؛ frontend/lib/twin/model.ts؛ research/simulation/README.md؛ research/simulation/metrics.json. التوأم محاكاة متصفح مستقلة ببيانات وطقس وحساسات وصمامات اصطناعية. لا كتابة في قاعدة التشغيل ولا اتصال بأجهزة.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تفاصيل وأسئلة متوقعة:</a:t>
            </a:r>
            <a:endParaRPr/>
          </a:p>
          <a:p xmlns:a="http://schemas.openxmlformats.org/drawingml/2006/main">
            <a:pPr marL="0" lvl="0" indent="0" algn="l" rtl="1">
              <a:lnSpc>
                <a:spcPct val="100000"/>
              </a:lnSpc>
              <a:spcBef>
                <a:spcPts val="0"/>
              </a:spcBef>
              <a:spcAft>
                <a:spcPts val="0"/>
              </a:spcAft>
              <a:buSzPts val="1100"/>
              <a:buNone/>
            </a:pPr>
            <a:r>
              <a:t>سجلات ري ENBT.db البالغ عددها 86,870 مستبعدة من بيانات التشغيل والتدريب الموثوق. مطابقة المدن تعتمد الحرارة والرطوبة الجوية، وهذه ليست رطوبة التربة. مصدر المقتطف وترخيصه يحتاجان تأكيدًا بشريًا قبل التوسع في النشر. الصور في العرض للشعار والقالب ولقطات البرنامج، وليست مدخلات تدريب.</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20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الواجهة مبنية بتقنيات الويب، والخادم يتحقق من المدخلات ويطبق الصلاحيات ويحفظ السجلات في SQLite. محرك القرار الأساسي قواعدي وقابل للفحص. يعمل توأم المحاكاة في المتصفح بصورة مستقلة، ويستخدم موازنة ماء مع نموذج تجريبي داخل نطاقه المعلن.</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README.md؛ backend/app/engine.py؛ backend/app/main.py؛ backend/app/home.py؛ docs/AUDIENCES_AND_PERMISSIONS.md. النسخة المحلية المنفذة، 15 أكتوبر 2026. frontend/lib/twin/engine.ts؛ frontend/lib/twin/constants.ts؛ frontend/lib/twin/model.ts؛ research/simulation/README.md؛ research/simulation/metrics.json. التوأم محاكاة متصفح مستقلة ببيانات وطقس وحساسات وصمامات اصطناعية. لا كتابة في قاعدة التشغيل ولا اتصال بأجهزة.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تفاصيل وأسئلة متوقعة:</a:t>
            </a:r>
            <a:endParaRPr/>
          </a:p>
          <a:p xmlns:a="http://schemas.openxmlformats.org/drawingml/2006/main">
            <a:pPr marL="0" lvl="0" indent="0" algn="l" rtl="1">
              <a:lnSpc>
                <a:spcPct val="100000"/>
              </a:lnSpc>
              <a:spcBef>
                <a:spcPts val="0"/>
              </a:spcBef>
              <a:spcAft>
                <a:spcPts val="0"/>
              </a:spcAft>
              <a:buSzPts val="1100"/>
              <a:buNone/>
            </a:pPr>
            <a:r>
              <a:t>لا نسخ لمنطق المصادقة أو تجاوز للخادم. نموذج دقائق الري الاصطناعي لم يثبت إشارة مفيدة، لذلك يحسب التوأم المدة من موازنة الماء والتدفق، لا من ذلك النموذج.</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30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ميزة أنبت أن تسجيل رقم رطوبة لا ينهي الرحلة. إذا لم تكفِ المعلومات، يعود النظام بخطوة عملية: هنا نحتاج قياسًا إضافيًا. وعندما تتوفر الشروط، يشرح لماذا يقترح مراجعة الري وما الافتراضات التي بُنيت عليها الكمية. ثم يتيح التوأم اختبار السيناريوهات دون تحويل نتيجتها إلى قراءة أو تنفيذ فعلي.</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README.md؛ backend/app/engine.py؛ backend/app/main.py؛ backend/app/home.py؛ docs/AUDIENCES_AND_PERMISSIONS.md. النسخة المحلية المنفذة، 15 أكتوبر 2026. docs/DIGITAL_TWIN.md؛ docs/PREDICTIVE_IRRIGATION.md. مرجع الماء المتاح وعمق الجذور: FAO-56، الفصل 8 والمعادلتان 82–83، https://www.fao.org/4/X0490E/x0490e0e.htm . الافتراضات الخاصة بالعرض لا تكتسب اعتمادًا ميدانيًا من هذا المرجع. frontend/lib/twin/engine.ts؛ frontend/lib/twin/constants.ts؛ frontend/lib/twin/model.ts؛ research/simulation/README.md؛ research/simulation/metrics.json. التوأم محاكاة متصفح مستقلة ببيانات وطقس وحساسات وصمامات اصطناعية. لا كتابة في قاعدة التشغيل ولا اتصال بأجهزة.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تفاصيل وأسئلة متوقعة:</a:t>
            </a:r>
            <a:endParaRPr/>
          </a:p>
          <a:p xmlns:a="http://schemas.openxmlformats.org/drawingml/2006/main">
            <a:pPr marL="0" lvl="0" indent="0" algn="l" rtl="1">
              <a:lnSpc>
                <a:spcPct val="100000"/>
              </a:lnSpc>
              <a:spcBef>
                <a:spcPts val="0"/>
              </a:spcBef>
              <a:spcAft>
                <a:spcPts val="0"/>
              </a:spcAft>
              <a:buSzPts val="1100"/>
              <a:buNone/>
            </a:pPr>
            <a:r>
              <a:t>الفصل مهم بين عرض الموقع وقراراته المحفوظة وبين توأم المتصفح المستقل /twin. لا يتحكم أي منهما بمضخة حقيقية.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20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نستقبل القراءة مع موضعها ووقت تسجيلها ومصدرها. يختار المحرك أحدث قراءة لكل نقطة ويستبعد ما لا يصلح. بعدها يحسب التغطية الهندسية ويفحص التعارض. يظل الاعتماد مرحلة مستقلة عن تسجيل التنفيذ، وبعد الري يطلب المحرك قياسات أحدث من الحدث.</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README.md؛ backend/app/engine.py؛ backend/app/main.py؛ backend/app/home.py؛ docs/AUDIENCES_AND_PERMISSIONS.md. النسخة المحلية المنفذة، 15 أكتوبر 2026. docs/DIGITAL_TWIN.md؛ docs/PREDICTIVE_IRRIGATION.md. مرجع الماء المتاح وعمق الجذور: FAO-56، الفصل 8 والمعادلتان 82–83، https://www.fao.org/4/X0490E/x0490e0e.htm . الافتراضات الخاصة بالعرض لا تكتسب اعتمادًا ميدانيًا من هذا المرجع.</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تفاصيل وأسئلة متوقعة:</a:t>
            </a:r>
            <a:endParaRPr/>
          </a:p>
          <a:p xmlns:a="http://schemas.openxmlformats.org/drawingml/2006/main">
            <a:pPr marL="0" lvl="0" indent="0" algn="l" rtl="1">
              <a:lnSpc>
                <a:spcPct val="100000"/>
              </a:lnSpc>
              <a:spcBef>
                <a:spcPts val="0"/>
              </a:spcBef>
              <a:spcAft>
                <a:spcPts val="0"/>
              </a:spcAft>
              <a:buSzPts val="1100"/>
              <a:buNone/>
            </a:pPr>
            <a:r>
              <a:t>الحداثة والتغطية ونصف القطر حدود تجريبية في إعدادات العرض، وليست إثباتًا علميًا للتمثيل المكاني. لا يحوّل أنبت قيمة حساس خام غير معايرة تلقائيًا إلى رطوبة حجمية.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20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يتصل أنبت بالتحدي عبر إدارة قرار الماء في المسطحات الخضراء. القيمة المتوقعة هي تقليل الري غير الضروري وتحسين وضوح القرار. لإثبات الأثر لاحقًا سنقارن ماءً مقاسًا وحالة تربة معايرة بخط أساس واضح، بدل الاكتفاء بنسبة تظهر داخل المحاكاة.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docs/ANBIT_PROJECT_REPORT.md؛ docs/SOURCES_AND_ASSUMPTIONS.md. وثيقة التحدي المقدمة للفريق، التحدي 2.1 في الصفحة 14. README.md؛ backend/app/engine.py؛ backend/app/main.py؛ backend/app/home.py؛ docs/AUDIENCES_AND_PERMISSIONS.md. النسخة المحلية المنفذة، 15 أكتوبر 2026.</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تفاصيل وأسئلة متوقعة:</a:t>
            </a:r>
            <a:endParaRPr/>
          </a:p>
          <a:p xmlns:a="http://schemas.openxmlformats.org/drawingml/2006/main">
            <a:pPr marL="0" lvl="0" indent="0" algn="l" rtl="1">
              <a:lnSpc>
                <a:spcPct val="100000"/>
              </a:lnSpc>
              <a:spcBef>
                <a:spcPts val="0"/>
              </a:spcBef>
              <a:spcAft>
                <a:spcPts val="0"/>
              </a:spcAft>
              <a:buSzPts val="1100"/>
              <a:buNone/>
            </a:pPr>
            <a:r>
              <a:t>لا نشر فعلي داخل إكسبو، ولا وفورات ميدانية مثبتة. يصلح النموذج كنقطة بداية لتجربة مستقبلية في الحدائق أو المسطحات بعد التحقق والمعايرة.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20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المنتج يخدم جمهورين. الأفراد يجدون نباتًا ودليل عناية، وفرق المسطحات تراجع بيانات الموقع وقراراته. وفي مسار مستقل، يشغّل المستخدم محاكاة ويقارن الاستراتيجيات. العربية والإنجليزية والمظهران الفاتح والداكن جزء من التجربة المنفذة.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README.md؛ backend/app/engine.py؛ backend/app/main.py؛ backend/app/home.py؛ docs/AUDIENCES_AND_PERMISSIONS.md. النسخة المحلية المنفذة، 15 أكتوبر 2026. docs/PLANT_CITY_DATA.md؛ docs/GROWING_GUIDE.md؛ frontend/data/plant-city.json. مقتطف 17 نباتًا و14 مدينة و238 مطابقة تجريبية. بيانات العناية مستقلة بمراجع عامة، وليست وصفات ري محلية معايرة. frontend/lib/twin/engine.ts؛ frontend/lib/twin/constants.ts؛ frontend/lib/twin/model.ts؛ research/simulation/README.md؛ research/simulation/metrics.json. التوأم محاكاة متصفح مستقلة ببيانات وطقس وحساسات وصمامات اصطناعية. لا كتابة في قاعدة التشغيل ولا اتصال بأجهزة.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تفاصيل وأسئلة متوقعة:</a:t>
            </a:r>
            <a:endParaRPr/>
          </a:p>
          <a:p xmlns:a="http://schemas.openxmlformats.org/drawingml/2006/main">
            <a:pPr marL="0" lvl="0" indent="0" algn="l" rtl="1">
              <a:lnSpc>
                <a:spcPct val="100000"/>
              </a:lnSpc>
              <a:spcBef>
                <a:spcPts val="0"/>
              </a:spcBef>
              <a:spcAft>
                <a:spcPts val="0"/>
              </a:spcAft>
              <a:buSzPts val="1100"/>
              <a:buNone/>
            </a:pPr>
            <a:r>
              <a:t>دور الأفراد user لا ينفذ تعديلات إدارة الري. دور فرق المسطحات survey يملك الإجراءات المهنية وفق بوابات الخادم. التقارير تميز أحداث الري المسجلة عن السيناريوهات غير المحفوظة.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35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هذه مقارنة محاكاة لثلاث استراتيجيات، في ثلاثة فصول. في الشتاء والربيع استخدم أنبت ماءً أقل من الجدول الثابت. وفي الصيف احتاج ماءً أكثر، لكنه حسّن الوقت ضمن النطاق الافتراضي وخفّض الإجهاد في التجربة. لذلك لا نقول إن الحل يقلل الماء في كل حالة. ونفصل هذه النتائج عن نجاح 136 اختبار خادم و96 اختبار واجهة، وعن التحقق الزراعي الذي لا يزال مطلوبًا.</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research/simulation/audit_seasonal_fixed.json؛ research/simulation/audit_twin.mjs. متوسط 5 تشغيلات مختلفة البذور، كل منها 28 يومًا في سيناريو الرياض، لكل من الصيف والشتاء والربيع. الجدول الثابت الموسمي: 8/3/6 لتر للمتر المربع يوميًا على الترتيب، الساعة 05:00. جميع القيم من محاكاة وافتراضات، دون تحقق حقلي. تشغيل pytest backend/tests وnode --test frontend/tests/*.mjs بتاريخ 15 أكتوبر 2026: 136 و96 ناجحًا، دون فشل. بقي تحذير إهمال سابق من Starlette/httpx.</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تفاصيل وأسئلة متوقعة:</a:t>
            </a:r>
            <a:endParaRPr/>
          </a:p>
          <a:p xmlns:a="http://schemas.openxmlformats.org/drawingml/2006/main">
            <a:pPr marL="0" lvl="0" indent="0" algn="l" rtl="1">
              <a:lnSpc>
                <a:spcPct val="100000"/>
              </a:lnSpc>
              <a:spcBef>
                <a:spcPts val="0"/>
              </a:spcBef>
              <a:spcAft>
                <a:spcPts val="0"/>
              </a:spcAft>
              <a:buSzPts val="1100"/>
              <a:buNone/>
            </a:pPr>
            <a:r>
              <a:t>انخفض الماء مقابل الجدول الثابت في المحاكاة بنحو 30.6% شتاءً و9.6% ربيعًا، وزاد 7.2% صيفًا. الزمن ضمن النطاق من حدود تجريبية في النموذج، وليس احتمال صحة النبات. بيانات الشجرة اصطناعية وتستعيد قاعدة المولد، لذلك لا تُقدَّم دقة 100% بوصفها إنجازًا حقليًا. جميع صور المتصفح السابقة موثقة في docs/FINAL_ACCEPTANCE_REPORT.md، ولا تعني إعادة اختبار يدوي حالي لكل شاشة.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25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في العرض العملي نختار منطقة ثم نفتح أين أقيس. نرى النقاط الحالية والموضع المقترح بوضوح، ونفتح تسجيل القراءة من المكان المناسب. بعد الحفظ يتحدث تقييم المنطقة. وقد يطلب أنبت قياسًا آخر إذا بقيت البيانات غير كافية، وهذا سلوك مقصود لحماية القرار.</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الصورة: docs/acceptance/2026-10-14/suggested-location.png. لقطة فعلية محفوظة من بيئة اختبار، قبل تحديث شكل التنقل المحلي الأحدث. منطق الخريطة والنقاط وطلب القياس محفوظ. لا تمثل الصورة موقع إكسبو الفعلي. README.md؛ backend/app/engine.py؛ backend/app/main.py؛ backend/app/home.py؛ docs/AUDIENCES_AND_PERMISSIONS.md. النسخة المحلية المنفذة، 15 أكتوبر 2026.</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تفاصيل وأسئلة متوقعة:</a:t>
            </a:r>
            <a:endParaRPr/>
          </a:p>
          <a:p xmlns:a="http://schemas.openxmlformats.org/drawingml/2006/main">
            <a:pPr marL="0" lvl="0" indent="0" algn="l" rtl="1">
              <a:lnSpc>
                <a:spcPct val="100000"/>
              </a:lnSpc>
              <a:spcBef>
                <a:spcPts val="0"/>
              </a:spcBef>
              <a:spcAft>
                <a:spcPts val="0"/>
              </a:spcAft>
              <a:buSzPts val="1100"/>
              <a:buNone/>
            </a:pPr>
            <a:r>
              <a:t>يمكن إكمال العرض بالتوأم المستقل: اختيار مدينة وموسم، تشغيل المحاكاة، ثم مقارنة الماء وحالة التربة لكل استراتيجية. لا تعِد ضبط بيانات التشغيل لتجديد العرض.</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20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الخطوة التالية تجربة صغيرة قابلة للقياس. عند إتاحة الموقع والأجهزة، نقترح أسبوعًا للمعايرة وأسبوعًا للمقارنة. نحتاج مشرفًا زراعيًا ومصدر بيانات مرخصًا. وبعد التحقق يمكن ربط الطقس والحساسات الحقيقية وتقييم نموذج محلي قبل أي تشغيل آلي.</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docs/SOURCES_AND_ASSUMPTIONS.md؛ docs/PREDICTIVE_IRRIGATION.md؛ frontend/lib/twin/engine.ts؛ frontend/lib/twin/constants.ts؛ frontend/lib/twin/model.ts؛ research/simulation/README.md؛ research/simulation/metrics.json. التوأم محاكاة متصفح مستقلة ببيانات وطقس وحساسات وصمامات اصطناعية. لا كتابة في قاعدة التشغيل ولا اتصال بأجهزة. docs/PLANT_CITY_DATA.md؛ docs/GROWING_GUIDE.md؛ frontend/data/plant-city.json. مقتطف 17 نباتًا و14 مدينة و238 مطابقة تجريبية. بيانات العناية مستقلة بمراجع عامة، وليست وصفات ري محلية معايرة.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تفاصيل وأسئلة متوقعة:</a:t>
            </a:r>
            <a:endParaRPr/>
          </a:p>
          <a:p xmlns:a="http://schemas.openxmlformats.org/drawingml/2006/main">
            <a:pPr marL="0" lvl="0" indent="0" algn="l" rtl="1">
              <a:lnSpc>
                <a:spcPct val="100000"/>
              </a:lnSpc>
              <a:spcBef>
                <a:spcPts val="0"/>
              </a:spcBef>
              <a:spcAft>
                <a:spcPts val="0"/>
              </a:spcAft>
              <a:buSzPts val="1100"/>
              <a:buNone/>
            </a:pPr>
            <a:r>
              <a:t>هذه خطة مقترحة وليست نشاطًا منجزًا أو التزامًا مع شريك. لا توفير ماء مثبت، ولا تشغيل مضخة، ولا نموذج تعلم آلي صالح ميدانيًا. يلزم تأكيد الترخيص والمصادر واختبار النقل من المحاكاة إلى الحقل.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rtl="1">
              <a:lnSpc>
                <a:spcPct val="100000"/>
              </a:lnSpc>
              <a:spcBef>
                <a:spcPts val="0"/>
              </a:spcBef>
              <a:spcAft>
                <a:spcPts val="0"/>
              </a:spcAft>
              <a:buSzPts val="1100"/>
              <a:buNone/>
            </a:pPr>
            <a:r>
              <a:t>زمن إلقاء مقترح: 5 ثانية.</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نص الإلقاء:</a:t>
            </a:r>
            <a:endParaRPr/>
          </a:p>
          <a:p xmlns:a="http://schemas.openxmlformats.org/drawingml/2006/main">
            <a:pPr marL="0" lvl="0" indent="0" algn="l" rtl="1">
              <a:lnSpc>
                <a:spcPct val="100000"/>
              </a:lnSpc>
              <a:spcBef>
                <a:spcPts val="0"/>
              </a:spcBef>
              <a:spcAft>
                <a:spcPts val="0"/>
              </a:spcAft>
              <a:buSzPts val="1100"/>
              <a:buNone/>
            </a:pPr>
            <a:r>
              <a:t>أنبت يوضح أين نحتاج القياس، ويساعدنا على مراجعة قرار الماء بأسباب واضحة. شكرًا لكم.</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المصادر والافتراضات:</a:t>
            </a:r>
            <a:endParaRPr/>
          </a:p>
          <a:p xmlns:a="http://schemas.openxmlformats.org/drawingml/2006/main">
            <a:pPr marL="0" lvl="0" indent="0" algn="l" rtl="1">
              <a:lnSpc>
                <a:spcPct val="100000"/>
              </a:lnSpc>
              <a:spcBef>
                <a:spcPts val="0"/>
              </a:spcBef>
              <a:spcAft>
                <a:spcPts val="0"/>
              </a:spcAft>
              <a:buSzPts val="1100"/>
              <a:buNone/>
            </a:pPr>
            <a:r>
              <a:t>المستودع الرسمي: https://github.com/ommdh98-hub/Anbit-Expo-Riyadh-2030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rtl="1">
              <a:lnSpc>
                <a:spcPct val="100000"/>
              </a:lnSpc>
              <a:spcBef>
                <a:spcPts val="0"/>
              </a:spcBef>
              <a:spcAft>
                <a:spcPts val="0"/>
              </a:spcAft>
              <a:buSzPts val="1100"/>
              <a:buNone/>
            </a:pPr>
            <a:r>
              <a:t>تفاصيل وأسئلة متوقعة:</a:t>
            </a:r>
            <a:endParaRPr/>
          </a:p>
          <a:p xmlns:a="http://schemas.openxmlformats.org/drawingml/2006/main">
            <a:pPr marL="0" lvl="0" indent="0" algn="l" rtl="1">
              <a:lnSpc>
                <a:spcPct val="100000"/>
              </a:lnSpc>
              <a:spcBef>
                <a:spcPts val="0"/>
              </a:spcBef>
              <a:spcAft>
                <a:spcPts val="0"/>
              </a:spcAft>
              <a:buSzPts val="1100"/>
              <a:buNone/>
            </a:pPr>
            <a:r>
              <a:t>ما الابتكار؟ دمج صلاحية القياس والفجوات المكانية مع توصية مفسرة وخطوة قياس عملية، إلى جانب توأم منفصل للمقارنة.</a:t>
            </a:r>
            <a:endParaRPr/>
          </a:p>
          <a:p xmlns:a="http://schemas.openxmlformats.org/drawingml/2006/main">
            <a:pPr marL="0" lvl="0" indent="0" algn="l" rtl="1">
              <a:lnSpc>
                <a:spcPct val="100000"/>
              </a:lnSpc>
              <a:spcBef>
                <a:spcPts val="0"/>
              </a:spcBef>
              <a:spcAft>
                <a:spcPts val="0"/>
              </a:spcAft>
              <a:buSzPts val="1100"/>
              <a:buNone/>
            </a:pPr>
            <a:r>
              <a:t>هل توجد أجهزة حقيقية؟ لا. الحساسات والصمامات والطقس داخل التوأم افتراضية.</a:t>
            </a:r>
            <a:endParaRPr/>
          </a:p>
          <a:p xmlns:a="http://schemas.openxmlformats.org/drawingml/2006/main">
            <a:pPr marL="0" lvl="0" indent="0" algn="l" rtl="1">
              <a:lnSpc>
                <a:spcPct val="100000"/>
              </a:lnSpc>
              <a:spcBef>
                <a:spcPts val="0"/>
              </a:spcBef>
              <a:spcAft>
                <a:spcPts val="0"/>
              </a:spcAft>
              <a:buSzPts val="1100"/>
              <a:buNone/>
            </a:pPr>
            <a:r>
              <a:t>هل أثبتم الوفر؟ لا. عرضنا نتائج المحاكاة لجميع الفصول، بما فيها زيادة الماء في الصيف، ونقترح تحققًا ميدانيًا.</a:t>
            </a:r>
            <a:endParaRPr/>
          </a:p>
          <a:p xmlns:a="http://schemas.openxmlformats.org/drawingml/2006/main">
            <a:pPr marL="0" lvl="0" indent="0" algn="l" rtl="1">
              <a:lnSpc>
                <a:spcPct val="100000"/>
              </a:lnSpc>
              <a:spcBef>
                <a:spcPts val="0"/>
              </a:spcBef>
              <a:spcAft>
                <a:spcPts val="0"/>
              </a:spcAft>
              <a:buSzPts val="1100"/>
              <a:buNone/>
            </a:pPr>
            <a:r>
              <a:t>ما دور التعلم الآلي؟ نموذج تجريبي مدرب على بيانات اصطناعية داخل التوأم فقط. محرك قرار الموقع قواعدي، والمدة من الموازنة المائية.</a:t>
            </a:r>
            <a:endParaRPr/>
          </a:p>
          <a:p xmlns:a="http://schemas.openxmlformats.org/drawingml/2006/main">
            <a:pPr marL="0" lvl="0" indent="0" algn="l" rtl="1">
              <a:lnSpc>
                <a:spcPct val="100000"/>
              </a:lnSpc>
              <a:spcBef>
                <a:spcPts val="0"/>
              </a:spcBef>
              <a:spcAft>
                <a:spcPts val="0"/>
              </a:spcAft>
              <a:buSzPts val="1100"/>
              <a:buNone/>
            </a:pPr>
            <a:r>
              <a:t>كيف حسبتم كمية الري؟ المساحة × عمق الجذور × عجز الرطوبة الحجمية ×1000 ÷ الكفاءة، مع شروط وقيود واضحة.</a:t>
            </a:r>
            <a:endParaRPr/>
          </a:p>
          <a:p xmlns:a="http://schemas.openxmlformats.org/drawingml/2006/main">
            <a:pPr marL="0" lvl="0" indent="0" algn="l" rtl="1">
              <a:lnSpc>
                <a:spcPct val="100000"/>
              </a:lnSpc>
              <a:spcBef>
                <a:spcPts val="0"/>
              </a:spcBef>
              <a:spcAft>
                <a:spcPts val="0"/>
              </a:spcAft>
              <a:buSzPts val="1100"/>
              <a:buNone/>
            </a:pPr>
            <a:r>
              <a:t>هل تمثل التغطية ثقة إحصائية؟ لا. إنها نسبة هندسية تقريبية لخلايا تقع قرب نقاط صالحة.</a:t>
            </a:r>
            <a:endParaRPr/>
          </a:p>
          <a:p xmlns:a="http://schemas.openxmlformats.org/drawingml/2006/main">
            <a:pPr marL="0" lvl="0" indent="0" algn="l" rtl="1">
              <a:lnSpc>
                <a:spcPct val="100000"/>
              </a:lnSpc>
              <a:spcBef>
                <a:spcPts val="0"/>
              </a:spcBef>
              <a:spcAft>
                <a:spcPts val="0"/>
              </a:spcAft>
              <a:buSzPts val="1100"/>
              <a:buNone/>
            </a:pPr>
            <a:r>
              <a:t>ما الذي تحتاجونه للاستمرار؟ موقع اختبار صغير، ومعايرة التربة والتدفق والحساسات، ومختص زراعي وبيانات موثقة.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84571fb8d944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b1b07e0bd7f4c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d276f4e19c4d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178cdd445c4b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15b15e4cdf46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f14922fc6b494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484a75d374441f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2e3c1f6ecd7449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9b5d5baebba453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adae4319fd5472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4c0372ee668421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f4a14c5c981343f7" /><Relationship Type="http://schemas.openxmlformats.org/officeDocument/2006/relationships/image" Target="/ppt/media/image.png" Id="Rbc290baea6a84d29"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36542bd968d04de8"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5abb919e5b4e4fdf"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9624b1463aaf4077"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983918c6c9054435"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d0578e2c65334cee"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299863f0153d444c"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381a20e3b44445ea"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c16f1e1b8a7247d2"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aafb80e85a954a55"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c3ed428a41444441"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48C58035-D335-4571-B28B-ABD50B0D4496}"/>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endParaRPr/>
          </a:p>
        </p:txBody>
      </p:sp>
      <p:sp>
        <p:nvSpPr>
          <p:cNvPr id="11" name="Google Shape;11;p2">
            <a:extLst xmlns:a="http://schemas.openxmlformats.org/drawingml/2006/main">
              <a:ext uri="{FF2B5EF4-FFF2-40B4-BE49-F238E27FC236}">
                <a16:creationId xmlns:a16="http://schemas.microsoft.com/office/drawing/2014/main" id="{393B8DE8-79FD-4529-9B96-44BF0B36F181}"/>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2">
            <a:extLst xmlns:a="http://schemas.openxmlformats.org/drawingml/2006/main">
              <a:ext uri="{FF2B5EF4-FFF2-40B4-BE49-F238E27FC236}">
                <a16:creationId xmlns:a16="http://schemas.microsoft.com/office/drawing/2014/main" id="{3550CB49-0DD2-4931-858F-D8DB257CE40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3FDEEC96-28BD-4D6F-A48F-1B9A25BCDCD1}"/>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a:endParaRPr/>
          </a:p>
        </p:txBody>
      </p:sp>
      <p:sp>
        <p:nvSpPr>
          <p:cNvPr id="15" name="Google Shape;15;p3">
            <a:extLst xmlns:a="http://schemas.openxmlformats.org/drawingml/2006/main">
              <a:ext uri="{FF2B5EF4-FFF2-40B4-BE49-F238E27FC236}">
                <a16:creationId xmlns:a16="http://schemas.microsoft.com/office/drawing/2014/main" id="{67751A38-34F4-4B9F-B91C-C873A76FFBD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2028BCEF-73A0-4594-A0A1-07DFECAF336C}"/>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18" name="Google Shape;18;p4">
            <a:extLst xmlns:a="http://schemas.openxmlformats.org/drawingml/2006/main">
              <a:ext uri="{FF2B5EF4-FFF2-40B4-BE49-F238E27FC236}">
                <a16:creationId xmlns:a16="http://schemas.microsoft.com/office/drawing/2014/main" id="{51033A11-B941-4E7C-8036-18D448C2E760}"/>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a:endParaRPr/>
          </a:p>
        </p:txBody>
      </p:sp>
      <p:sp>
        <p:nvSpPr>
          <p:cNvPr id="19" name="Google Shape;19;p4">
            <a:extLst xmlns:a="http://schemas.openxmlformats.org/drawingml/2006/main">
              <a:ext uri="{FF2B5EF4-FFF2-40B4-BE49-F238E27FC236}">
                <a16:creationId xmlns:a16="http://schemas.microsoft.com/office/drawing/2014/main" id="{3D14932F-0E1F-40E7-923B-8B835D805AF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B5B31DA-72C0-4BDD-91FD-8F18D786469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22" name="Google Shape;22;p5">
            <a:extLst xmlns:a="http://schemas.openxmlformats.org/drawingml/2006/main">
              <a:ext uri="{FF2B5EF4-FFF2-40B4-BE49-F238E27FC236}">
                <a16:creationId xmlns:a16="http://schemas.microsoft.com/office/drawing/2014/main" id="{56CC44DB-2777-4C2C-85E3-CE8B06213D3D}"/>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23" name="Google Shape;23;p5">
            <a:extLst xmlns:a="http://schemas.openxmlformats.org/drawingml/2006/main">
              <a:ext uri="{FF2B5EF4-FFF2-40B4-BE49-F238E27FC236}">
                <a16:creationId xmlns:a16="http://schemas.microsoft.com/office/drawing/2014/main" id="{F46795D3-4F5B-4581-96D1-184DF4629EEF}"/>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24" name="Google Shape;24;p5">
            <a:extLst xmlns:a="http://schemas.openxmlformats.org/drawingml/2006/main">
              <a:ext uri="{FF2B5EF4-FFF2-40B4-BE49-F238E27FC236}">
                <a16:creationId xmlns:a16="http://schemas.microsoft.com/office/drawing/2014/main" id="{AC418B6C-7BB2-40E3-B803-BE6AADCDF71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DDEA2B26-6789-4A3A-94CA-F4B7A472355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27" name="Google Shape;27;p6">
            <a:extLst xmlns:a="http://schemas.openxmlformats.org/drawingml/2006/main">
              <a:ext uri="{FF2B5EF4-FFF2-40B4-BE49-F238E27FC236}">
                <a16:creationId xmlns:a16="http://schemas.microsoft.com/office/drawing/2014/main" id="{883F1F89-1C3E-4B1D-B245-7A668FF718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F11E1EC6-886A-4E19-B79C-72D252B99A18}"/>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a:endParaRPr/>
          </a:p>
        </p:txBody>
      </p:sp>
      <p:sp>
        <p:nvSpPr>
          <p:cNvPr id="30" name="Google Shape;30;p7">
            <a:extLst xmlns:a="http://schemas.openxmlformats.org/drawingml/2006/main">
              <a:ext uri="{FF2B5EF4-FFF2-40B4-BE49-F238E27FC236}">
                <a16:creationId xmlns:a16="http://schemas.microsoft.com/office/drawing/2014/main" id="{4D412D2D-2B58-4546-96F4-9F32A1DC04F1}"/>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31" name="Google Shape;31;p7">
            <a:extLst xmlns:a="http://schemas.openxmlformats.org/drawingml/2006/main">
              <a:ext uri="{FF2B5EF4-FFF2-40B4-BE49-F238E27FC236}">
                <a16:creationId xmlns:a16="http://schemas.microsoft.com/office/drawing/2014/main" id="{2E31798C-1B11-41D2-BD72-28750938D3F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2449AB0A-8390-4962-9F95-6BB916ECE40E}"/>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a:endParaRPr/>
          </a:p>
        </p:txBody>
      </p:sp>
      <p:sp>
        <p:nvSpPr>
          <p:cNvPr id="34" name="Google Shape;34;p8">
            <a:extLst xmlns:a="http://schemas.openxmlformats.org/drawingml/2006/main">
              <a:ext uri="{FF2B5EF4-FFF2-40B4-BE49-F238E27FC236}">
                <a16:creationId xmlns:a16="http://schemas.microsoft.com/office/drawing/2014/main" id="{7DB5B110-0C93-4ADF-AFB7-D18033E5B75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7F1F4721-8D03-498A-9C86-8E51236A1F8E}"/>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37" name="Google Shape;37;p9">
            <a:extLst xmlns:a="http://schemas.openxmlformats.org/drawingml/2006/main">
              <a:ext uri="{FF2B5EF4-FFF2-40B4-BE49-F238E27FC236}">
                <a16:creationId xmlns:a16="http://schemas.microsoft.com/office/drawing/2014/main" id="{276EA6F2-E8CE-4EE2-932D-FB389C8FE54F}"/>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a:endParaRPr/>
          </a:p>
        </p:txBody>
      </p:sp>
      <p:sp>
        <p:nvSpPr>
          <p:cNvPr id="38" name="Google Shape;38;p9">
            <a:extLst xmlns:a="http://schemas.openxmlformats.org/drawingml/2006/main">
              <a:ext uri="{FF2B5EF4-FFF2-40B4-BE49-F238E27FC236}">
                <a16:creationId xmlns:a16="http://schemas.microsoft.com/office/drawing/2014/main" id="{C48F3E41-831C-4393-B59F-849CEBE361CA}"/>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39" name="Google Shape;39;p9">
            <a:extLst xmlns:a="http://schemas.openxmlformats.org/drawingml/2006/main">
              <a:ext uri="{FF2B5EF4-FFF2-40B4-BE49-F238E27FC236}">
                <a16:creationId xmlns:a16="http://schemas.microsoft.com/office/drawing/2014/main" id="{5121768A-268B-47D4-A76E-E78922FA7F71}"/>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a:endParaRPr/>
          </a:p>
        </p:txBody>
      </p:sp>
      <p:sp>
        <p:nvSpPr>
          <p:cNvPr id="40" name="Google Shape;40;p9">
            <a:extLst xmlns:a="http://schemas.openxmlformats.org/drawingml/2006/main">
              <a:ext uri="{FF2B5EF4-FFF2-40B4-BE49-F238E27FC236}">
                <a16:creationId xmlns:a16="http://schemas.microsoft.com/office/drawing/2014/main" id="{65A31F25-4685-4DD7-B9C2-FC4BDE844C7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17BB72C0-5290-43FD-87CC-84EDEC3C14B3}"/>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a:endParaRPr/>
          </a:p>
        </p:txBody>
      </p:sp>
      <p:sp>
        <p:nvSpPr>
          <p:cNvPr id="43" name="Google Shape;43;p10">
            <a:extLst xmlns:a="http://schemas.openxmlformats.org/drawingml/2006/main">
              <a:ext uri="{FF2B5EF4-FFF2-40B4-BE49-F238E27FC236}">
                <a16:creationId xmlns:a16="http://schemas.microsoft.com/office/drawing/2014/main" id="{EC7036CF-C2B3-43AB-8AA6-D7CE2F83268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D6058068-4111-4C86-B516-91F22E3AB8B5}"/>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AFBDAB08-961F-47CD-8FF1-5A2CAEA75EDB}"/>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a:endParaRPr/>
          </a:p>
        </p:txBody>
      </p:sp>
      <p:sp>
        <p:nvSpPr>
          <p:cNvPr id="47" name="Google Shape;47;p11">
            <a:extLst xmlns:a="http://schemas.openxmlformats.org/drawingml/2006/main">
              <a:ext uri="{FF2B5EF4-FFF2-40B4-BE49-F238E27FC236}">
                <a16:creationId xmlns:a16="http://schemas.microsoft.com/office/drawing/2014/main" id="{44A0728A-C6CC-4658-BAF8-92367F95F0E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82F944EE-11C4-44C3-BDF7-39EA05A4B9E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52" name="Google Shape;52;p14">
            <a:extLst xmlns:a="http://schemas.openxmlformats.org/drawingml/2006/main">
              <a:ext uri="{FF2B5EF4-FFF2-40B4-BE49-F238E27FC236}">
                <a16:creationId xmlns:a16="http://schemas.microsoft.com/office/drawing/2014/main" id="{2545E883-23E7-459B-9B81-0E77AA489241}"/>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5200"/>
              <a:buFont typeface="Arial"/>
              <a:buChar char="■"/>
              <a:defRPr sz="5200" b="0" i="0" u="none" strike="noStrike" cap="none">
                <a:solidFill>
                  <a:srgbClr val="000000"/>
                </a:solidFill>
                <a:latin typeface="Arial"/>
                <a:ea typeface="Arial"/>
                <a:cs typeface="Arial"/>
              </a:defRPr>
            </a:lvl9pPr>
          </a:lstStyle>
          <a:p xmlns:a="http://schemas.openxmlformats.org/drawingml/2006/main">
            <a:endParaRPr/>
          </a:p>
        </p:txBody>
      </p:sp>
      <p:sp>
        <p:nvSpPr>
          <p:cNvPr id="53" name="Google Shape;53;p14">
            <a:extLst xmlns:a="http://schemas.openxmlformats.org/drawingml/2006/main">
              <a:ext uri="{FF2B5EF4-FFF2-40B4-BE49-F238E27FC236}">
                <a16:creationId xmlns:a16="http://schemas.microsoft.com/office/drawing/2014/main" id="{BBED1F3E-9500-4029-93B0-32647318AD8F}"/>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defRPr>
            </a:lvl9pPr>
          </a:lstStyle>
          <a:p xmlns:a="http://schemas.openxmlformats.org/drawingml/2006/main">
            <a:endParaRPr/>
          </a:p>
        </p:txBody>
      </p:sp>
      <p:pic>
        <p:nvPicPr>
          <p:cNvPr id="54" name="Google Shape;54;p14">
            <a:extLst xmlns:a="http://schemas.openxmlformats.org/drawingml/2006/main">
              <a:ext uri="{FF2B5EF4-FFF2-40B4-BE49-F238E27FC236}">
                <a16:creationId xmlns:a16="http://schemas.microsoft.com/office/drawing/2014/main" id="{A3CAFB05-08C7-4E17-803A-AE5EB59238C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c290baea6a84d29">
            <a:alphaModFix/>
          </a:blip>
          <a:srcRect xmlns:a="http://schemas.openxmlformats.org/drawingml/2006/main" l="35846" t="2629" r="25951" b="0"/>
          <a:stretch xmlns:a="http://schemas.openxmlformats.org/drawingml/2006/main"/>
        </p:blipFill>
        <p:spPr>
          <a:xfrm xmlns:a="http://schemas.openxmlformats.org/drawingml/2006/main">
            <a:off x="-144000" y="-122975"/>
            <a:ext cx="9445627" cy="5266475"/>
          </a:xfrm>
          <a:prstGeom xmlns:a="http://schemas.openxmlformats.org/drawingml/2006/main" prst="rect">
            <a:avLst/>
          </a:prstGeom>
          <a:ln xmlns:a="http://schemas.openxmlformats.org/drawingml/2006/main">
            <a:noFill/>
          </a:ln>
        </p:spPr>
      </p:pic>
    </p:spTree>
  </p:cSld>
</p:sldLayout>
</file>

<file path=ppt/slideLayouts/slideLayout1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56" name="Google Shape;56;p15">
            <a:extLst xmlns:a="http://schemas.openxmlformats.org/drawingml/2006/main">
              <a:ext uri="{FF2B5EF4-FFF2-40B4-BE49-F238E27FC236}">
                <a16:creationId xmlns:a16="http://schemas.microsoft.com/office/drawing/2014/main" id="{9DEC0FFF-FFC5-460D-8D53-DF0E397B72D0}"/>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3600"/>
              <a:buFont typeface="Arial"/>
              <a:buChar char="■"/>
              <a:defRPr sz="3600" b="0" i="0" u="none" strike="noStrike" cap="none">
                <a:solidFill>
                  <a:srgbClr val="000000"/>
                </a:solidFill>
                <a:latin typeface="Arial"/>
                <a:ea typeface="Arial"/>
                <a:cs typeface="Arial"/>
              </a:defRPr>
            </a:lvl9pPr>
          </a:lstStyle>
          <a:p xmlns:a="http://schemas.openxmlformats.org/drawingml/2006/main">
            <a:endParaRPr/>
          </a:p>
        </p:txBody>
      </p:sp>
      <p:sp>
        <p:nvSpPr>
          <p:cNvPr id="57" name="Google Shape;57;p15">
            <a:extLst xmlns:a="http://schemas.openxmlformats.org/drawingml/2006/main">
              <a:ext uri="{FF2B5EF4-FFF2-40B4-BE49-F238E27FC236}">
                <a16:creationId xmlns:a16="http://schemas.microsoft.com/office/drawing/2014/main" id="{71BD6D12-D9FF-45F4-99BF-D184C8DA7AB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59" name="Google Shape;59;p16">
            <a:extLst xmlns:a="http://schemas.openxmlformats.org/drawingml/2006/main">
              <a:ext uri="{FF2B5EF4-FFF2-40B4-BE49-F238E27FC236}">
                <a16:creationId xmlns:a16="http://schemas.microsoft.com/office/drawing/2014/main" id="{5EEF6C8B-6CF4-4429-88C8-943BE7C565A8}"/>
              </a:ext>
            </a:extLst>
          </p:cNvPr>
          <p:cNvSpPr>
            <a:spLocks xmlns:a="http://schemas.openxmlformats.org/drawingml/2006/main" noGrp="1"/>
          </p:cNvSpPr>
          <p:nvPr>
            <p:ph type="title" idx="0"/>
          </p:nvPr>
        </p:nvSpPr>
        <p:spPr>
          <a:xfrm xmlns:a="http://schemas.openxmlformats.org/drawingml/2006/main">
            <a:off x="3035200" y="1705250"/>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60" name="Google Shape;60;p16">
            <a:extLst xmlns:a="http://schemas.openxmlformats.org/drawingml/2006/main">
              <a:ext uri="{FF2B5EF4-FFF2-40B4-BE49-F238E27FC236}">
                <a16:creationId xmlns:a16="http://schemas.microsoft.com/office/drawing/2014/main" id="{F952B789-9767-47E3-B278-CF7832796892}"/>
              </a:ext>
            </a:extLst>
          </p:cNvPr>
          <p:cNvSpPr>
            <a:spLocks xmlns:a="http://schemas.openxmlformats.org/drawingml/2006/main" noGrp="1"/>
          </p:cNvSpPr>
          <p:nvPr>
            <p:ph type="body" idx="1"/>
          </p:nvPr>
        </p:nvSpPr>
        <p:spPr>
          <a:xfrm xmlns:a="http://schemas.openxmlformats.org/drawingml/2006/main">
            <a:off x="-1838425" y="-1302250"/>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L="9144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L="13716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L="18288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L="22860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L="2743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L="32004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L="36576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L="41148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61" name="Google Shape;61;p16">
            <a:extLst xmlns:a="http://schemas.openxmlformats.org/drawingml/2006/main">
              <a:ext uri="{FF2B5EF4-FFF2-40B4-BE49-F238E27FC236}">
                <a16:creationId xmlns:a16="http://schemas.microsoft.com/office/drawing/2014/main" id="{D22C45E7-8BD2-4A74-853C-EAC8204849E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63" name="Google Shape;63;p17">
            <a:extLst xmlns:a="http://schemas.openxmlformats.org/drawingml/2006/main">
              <a:ext uri="{FF2B5EF4-FFF2-40B4-BE49-F238E27FC236}">
                <a16:creationId xmlns:a16="http://schemas.microsoft.com/office/drawing/2014/main" id="{5F00A741-1E5A-48B4-A127-A67786D91F3C}"/>
              </a:ext>
            </a:extLst>
          </p:cNvPr>
          <p:cNvSpPr>
            <a:spLocks xmlns:a="http://schemas.openxmlformats.org/drawingml/2006/main" noGrp="1"/>
          </p:cNvSpPr>
          <p:nvPr>
            <p:ph type="title" idx="0"/>
          </p:nvPr>
        </p:nvSpPr>
        <p:spPr>
          <a:xfrm xmlns:a="http://schemas.openxmlformats.org/drawingml/2006/main">
            <a:off x="3035200" y="1705250"/>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64" name="Google Shape;64;p17">
            <a:extLst xmlns:a="http://schemas.openxmlformats.org/drawingml/2006/main">
              <a:ext uri="{FF2B5EF4-FFF2-40B4-BE49-F238E27FC236}">
                <a16:creationId xmlns:a16="http://schemas.microsoft.com/office/drawing/2014/main" id="{34375578-D81D-4A18-A675-5A7B073CDDBC}"/>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L="914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2pPr>
            <a:lvl3pPr marL="1371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3pPr>
            <a:lvl4pPr marL="1828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4pPr>
            <a:lvl5pPr marL="22860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5pPr>
            <a:lvl6pPr marL="27432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6pPr>
            <a:lvl7pPr marL="3200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7pPr>
            <a:lvl8pPr marL="3657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8pPr>
            <a:lvl9pPr marL="4114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9pPr>
          </a:lstStyle>
          <a:p xmlns:a="http://schemas.openxmlformats.org/drawingml/2006/main">
            <a:endParaRPr/>
          </a:p>
        </p:txBody>
      </p:sp>
      <p:sp>
        <p:nvSpPr>
          <p:cNvPr id="65" name="Google Shape;65;p17">
            <a:extLst xmlns:a="http://schemas.openxmlformats.org/drawingml/2006/main">
              <a:ext uri="{FF2B5EF4-FFF2-40B4-BE49-F238E27FC236}">
                <a16:creationId xmlns:a16="http://schemas.microsoft.com/office/drawing/2014/main" id="{8136D199-05EB-418C-91D5-78002F429FF8}"/>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L="914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2pPr>
            <a:lvl3pPr marL="1371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3pPr>
            <a:lvl4pPr marL="1828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4pPr>
            <a:lvl5pPr marL="22860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5pPr>
            <a:lvl6pPr marL="27432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6pPr>
            <a:lvl7pPr marL="3200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7pPr>
            <a:lvl8pPr marL="3657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8pPr>
            <a:lvl9pPr marL="4114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9pPr>
          </a:lstStyle>
          <a:p xmlns:a="http://schemas.openxmlformats.org/drawingml/2006/main">
            <a:endParaRPr/>
          </a:p>
        </p:txBody>
      </p:sp>
      <p:sp>
        <p:nvSpPr>
          <p:cNvPr id="66" name="Google Shape;66;p17">
            <a:extLst xmlns:a="http://schemas.openxmlformats.org/drawingml/2006/main">
              <a:ext uri="{FF2B5EF4-FFF2-40B4-BE49-F238E27FC236}">
                <a16:creationId xmlns:a16="http://schemas.microsoft.com/office/drawing/2014/main" id="{E4707105-F9B3-4C5A-BA1D-75FE52A6DE1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68" name="Google Shape;68;p18">
            <a:extLst xmlns:a="http://schemas.openxmlformats.org/drawingml/2006/main">
              <a:ext uri="{FF2B5EF4-FFF2-40B4-BE49-F238E27FC236}">
                <a16:creationId xmlns:a16="http://schemas.microsoft.com/office/drawing/2014/main" id="{58DA87D9-4CA7-403A-A5C5-BE8D822D7914}"/>
              </a:ext>
            </a:extLst>
          </p:cNvPr>
          <p:cNvSpPr>
            <a:spLocks xmlns:a="http://schemas.openxmlformats.org/drawingml/2006/main" noGrp="1"/>
          </p:cNvSpPr>
          <p:nvPr>
            <p:ph type="title" idx="0"/>
          </p:nvPr>
        </p:nvSpPr>
        <p:spPr>
          <a:xfrm xmlns:a="http://schemas.openxmlformats.org/drawingml/2006/main">
            <a:off x="3035200" y="1705250"/>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69" name="Google Shape;69;p18">
            <a:extLst xmlns:a="http://schemas.openxmlformats.org/drawingml/2006/main">
              <a:ext uri="{FF2B5EF4-FFF2-40B4-BE49-F238E27FC236}">
                <a16:creationId xmlns:a16="http://schemas.microsoft.com/office/drawing/2014/main" id="{E942B190-0361-401B-A0C5-98303A85B2F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71" name="Google Shape;71;p19">
            <a:extLst xmlns:a="http://schemas.openxmlformats.org/drawingml/2006/main">
              <a:ext uri="{FF2B5EF4-FFF2-40B4-BE49-F238E27FC236}">
                <a16:creationId xmlns:a16="http://schemas.microsoft.com/office/drawing/2014/main" id="{47BC8F87-A5CC-4B9C-9612-AF17EBEF3EA7}"/>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2400"/>
              <a:buFont typeface="Arial"/>
              <a:buChar char="■"/>
              <a:defRPr sz="2400" b="0" i="0" u="none" strike="noStrike" cap="none">
                <a:solidFill>
                  <a:srgbClr val="000000"/>
                </a:solidFill>
                <a:latin typeface="Arial"/>
                <a:ea typeface="Arial"/>
                <a:cs typeface="Arial"/>
              </a:defRPr>
            </a:lvl9pPr>
          </a:lstStyle>
          <a:p xmlns:a="http://schemas.openxmlformats.org/drawingml/2006/main">
            <a:endParaRPr/>
          </a:p>
        </p:txBody>
      </p:sp>
      <p:sp>
        <p:nvSpPr>
          <p:cNvPr id="72" name="Google Shape;72;p19">
            <a:extLst xmlns:a="http://schemas.openxmlformats.org/drawingml/2006/main">
              <a:ext uri="{FF2B5EF4-FFF2-40B4-BE49-F238E27FC236}">
                <a16:creationId xmlns:a16="http://schemas.microsoft.com/office/drawing/2014/main" id="{396C0439-A9C0-4C5E-85CF-88B93504AB2B}"/>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1pPr>
            <a:lvl2pPr marL="914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2pPr>
            <a:lvl3pPr marL="1371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3pPr>
            <a:lvl4pPr marL="1828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4pPr>
            <a:lvl5pPr marL="22860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5pPr>
            <a:lvl6pPr marL="27432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6pPr>
            <a:lvl7pPr marL="32004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7pPr>
            <a:lvl8pPr marL="36576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8pPr>
            <a:lvl9pPr marL="4114800" marR="0" indent="-304800" algn="l">
              <a:lnSpc>
                <a:spcPct val="100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defRPr>
            </a:lvl9pPr>
          </a:lstStyle>
          <a:p xmlns:a="http://schemas.openxmlformats.org/drawingml/2006/main">
            <a:endParaRPr/>
          </a:p>
        </p:txBody>
      </p:sp>
      <p:sp>
        <p:nvSpPr>
          <p:cNvPr id="73" name="Google Shape;73;p19">
            <a:extLst xmlns:a="http://schemas.openxmlformats.org/drawingml/2006/main">
              <a:ext uri="{FF2B5EF4-FFF2-40B4-BE49-F238E27FC236}">
                <a16:creationId xmlns:a16="http://schemas.microsoft.com/office/drawing/2014/main" id="{48C193D2-ADAA-4C70-B983-CAAF2860931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8.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75" name="Google Shape;75;p20">
            <a:extLst xmlns:a="http://schemas.openxmlformats.org/drawingml/2006/main">
              <a:ext uri="{FF2B5EF4-FFF2-40B4-BE49-F238E27FC236}">
                <a16:creationId xmlns:a16="http://schemas.microsoft.com/office/drawing/2014/main" id="{2F4EFBFE-23AE-4EDA-B087-A806CE9F46CF}"/>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defRPr>
            </a:lvl9pPr>
          </a:lstStyle>
          <a:p xmlns:a="http://schemas.openxmlformats.org/drawingml/2006/main">
            <a:endParaRPr/>
          </a:p>
        </p:txBody>
      </p:sp>
      <p:sp>
        <p:nvSpPr>
          <p:cNvPr id="76" name="Google Shape;76;p20">
            <a:extLst xmlns:a="http://schemas.openxmlformats.org/drawingml/2006/main">
              <a:ext uri="{FF2B5EF4-FFF2-40B4-BE49-F238E27FC236}">
                <a16:creationId xmlns:a16="http://schemas.microsoft.com/office/drawing/2014/main" id="{C5F2F61D-A5C3-4C81-86A7-2C16067A3EE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9.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78" name="Google Shape;78;p21">
            <a:extLst xmlns:a="http://schemas.openxmlformats.org/drawingml/2006/main">
              <a:ext uri="{FF2B5EF4-FFF2-40B4-BE49-F238E27FC236}">
                <a16:creationId xmlns:a16="http://schemas.microsoft.com/office/drawing/2014/main" id="{F4D65B25-4B32-4FB1-8BBC-8E90E64D0B61}"/>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79" name="Google Shape;79;p21">
            <a:extLst xmlns:a="http://schemas.openxmlformats.org/drawingml/2006/main">
              <a:ext uri="{FF2B5EF4-FFF2-40B4-BE49-F238E27FC236}">
                <a16:creationId xmlns:a16="http://schemas.microsoft.com/office/drawing/2014/main" id="{96305106-F39A-49DC-8804-EE9DE6CB28E9}"/>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4200"/>
              <a:buFont typeface="Arial"/>
              <a:buChar char="■"/>
              <a:defRPr sz="4200" b="0" i="0" u="none" strike="noStrike" cap="none">
                <a:solidFill>
                  <a:srgbClr val="000000"/>
                </a:solidFill>
                <a:latin typeface="Arial"/>
                <a:ea typeface="Arial"/>
                <a:cs typeface="Arial"/>
              </a:defRPr>
            </a:lvl9pPr>
          </a:lstStyle>
          <a:p xmlns:a="http://schemas.openxmlformats.org/drawingml/2006/main">
            <a:endParaRPr/>
          </a:p>
        </p:txBody>
      </p:sp>
      <p:sp>
        <p:nvSpPr>
          <p:cNvPr id="80" name="Google Shape;80;p21">
            <a:extLst xmlns:a="http://schemas.openxmlformats.org/drawingml/2006/main">
              <a:ext uri="{FF2B5EF4-FFF2-40B4-BE49-F238E27FC236}">
                <a16:creationId xmlns:a16="http://schemas.microsoft.com/office/drawing/2014/main" id="{FD0A4E97-5E5D-44FB-AB2A-BA281709F561}"/>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defRPr>
            </a:lvl9pPr>
          </a:lstStyle>
          <a:p xmlns:a="http://schemas.openxmlformats.org/drawingml/2006/main">
            <a:endParaRPr/>
          </a:p>
        </p:txBody>
      </p:sp>
      <p:sp>
        <p:nvSpPr>
          <p:cNvPr id="81" name="Google Shape;81;p21">
            <a:extLst xmlns:a="http://schemas.openxmlformats.org/drawingml/2006/main">
              <a:ext uri="{FF2B5EF4-FFF2-40B4-BE49-F238E27FC236}">
                <a16:creationId xmlns:a16="http://schemas.microsoft.com/office/drawing/2014/main" id="{88551B0D-4E04-4096-841C-AC22710B601C}"/>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L="9144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L="13716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L="18288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L="22860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L="27432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L="32004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L="36576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L="4114800" marR="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82" name="Google Shape;82;p21">
            <a:extLst xmlns:a="http://schemas.openxmlformats.org/drawingml/2006/main">
              <a:ext uri="{FF2B5EF4-FFF2-40B4-BE49-F238E27FC236}">
                <a16:creationId xmlns:a16="http://schemas.microsoft.com/office/drawing/2014/main" id="{FE60F18C-B9D4-4414-8C26-C9C2DCC47DC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2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84" name="Google Shape;84;p22">
            <a:extLst xmlns:a="http://schemas.openxmlformats.org/drawingml/2006/main">
              <a:ext uri="{FF2B5EF4-FFF2-40B4-BE49-F238E27FC236}">
                <a16:creationId xmlns:a16="http://schemas.microsoft.com/office/drawing/2014/main" id="{D1E4BAA1-1FBA-425F-9291-E09F74B50B52}"/>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22860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stStyle>
          <a:p xmlns:a="http://schemas.openxmlformats.org/drawingml/2006/main">
            <a:endParaRPr/>
          </a:p>
        </p:txBody>
      </p:sp>
      <p:sp>
        <p:nvSpPr>
          <p:cNvPr id="85" name="Google Shape;85;p22">
            <a:extLst xmlns:a="http://schemas.openxmlformats.org/drawingml/2006/main">
              <a:ext uri="{FF2B5EF4-FFF2-40B4-BE49-F238E27FC236}">
                <a16:creationId xmlns:a16="http://schemas.microsoft.com/office/drawing/2014/main" id="{A763F4C1-AED3-4B0C-A71A-F0B288ACB09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2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87" name="Google Shape;87;p23">
            <a:extLst xmlns:a="http://schemas.openxmlformats.org/drawingml/2006/main">
              <a:ext uri="{FF2B5EF4-FFF2-40B4-BE49-F238E27FC236}">
                <a16:creationId xmlns:a16="http://schemas.microsoft.com/office/drawing/2014/main" id="{49CECCEE-5D8F-4DC7-81C9-B47DB49780AD}"/>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1pPr>
            <a:lvl2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2pPr>
            <a:lvl3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3pPr>
            <a:lvl4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4pPr>
            <a:lvl5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5pPr>
            <a:lvl6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6pPr>
            <a:lvl7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7pPr>
            <a:lvl8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8pPr>
            <a:lvl9pPr marR="0" algn="ctr">
              <a:lnSpc>
                <a:spcPct val="100000"/>
              </a:lnSpc>
              <a:spcBef>
                <a:spcPts val="0"/>
              </a:spcBef>
              <a:spcAft>
                <a:spcPts val="0"/>
              </a:spcAft>
              <a:buClr>
                <a:srgbClr val="000000"/>
              </a:buClr>
              <a:buSzPts val="12000"/>
              <a:buFont typeface="Arial"/>
              <a:buChar char="■"/>
              <a:defRPr sz="12000" b="0" i="0" u="none" strike="noStrike" cap="none">
                <a:solidFill>
                  <a:srgbClr val="000000"/>
                </a:solidFill>
                <a:latin typeface="Arial"/>
                <a:ea typeface="Arial"/>
                <a:cs typeface="Arial"/>
              </a:defRPr>
            </a:lvl9pPr>
          </a:lstStyle>
          <a:p xmlns:a="http://schemas.openxmlformats.org/drawingml/2006/main">
            <a:r>
              <a:t>xx%</a:t>
            </a:r>
          </a:p>
        </p:txBody>
      </p:sp>
      <p:sp>
        <p:nvSpPr>
          <p:cNvPr id="88" name="Google Shape;88;p23">
            <a:extLst xmlns:a="http://schemas.openxmlformats.org/drawingml/2006/main">
              <a:ext uri="{FF2B5EF4-FFF2-40B4-BE49-F238E27FC236}">
                <a16:creationId xmlns:a16="http://schemas.microsoft.com/office/drawing/2014/main" id="{447113A4-AE8F-4ED7-B986-8D25AE6CCC3F}"/>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1pPr>
            <a:lvl2pPr marL="9144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2pPr>
            <a:lvl3pPr marL="13716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3pPr>
            <a:lvl4pPr marL="18288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4pPr>
            <a:lvl5pPr marL="22860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5pPr>
            <a:lvl6pPr marL="27432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6pPr>
            <a:lvl7pPr marL="32004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7pPr>
            <a:lvl8pPr marL="36576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8pPr>
            <a:lvl9pPr marL="4114800" marR="0" indent="-317500" algn="ctr">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defRPr>
            </a:lvl9pPr>
          </a:lstStyle>
          <a:p xmlns:a="http://schemas.openxmlformats.org/drawingml/2006/main">
            <a:endParaRPr/>
          </a:p>
        </p:txBody>
      </p:sp>
      <p:sp>
        <p:nvSpPr>
          <p:cNvPr id="89" name="Google Shape;89;p23">
            <a:extLst xmlns:a="http://schemas.openxmlformats.org/drawingml/2006/main">
              <a:ext uri="{FF2B5EF4-FFF2-40B4-BE49-F238E27FC236}">
                <a16:creationId xmlns:a16="http://schemas.microsoft.com/office/drawing/2014/main" id="{E458A438-C24B-482B-8FD1-F1E0C210F51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22.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91" name="Google Shape;91;p24">
            <a:extLst xmlns:a="http://schemas.openxmlformats.org/drawingml/2006/main">
              <a:ext uri="{FF2B5EF4-FFF2-40B4-BE49-F238E27FC236}">
                <a16:creationId xmlns:a16="http://schemas.microsoft.com/office/drawing/2014/main" id="{83AF809E-A556-4F70-B3BC-2003408412D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L="0" marR="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6a52a946d9481d" /><Relationship Type="http://schemas.openxmlformats.org/officeDocument/2006/relationships/slideLayout" Target="/ppt/slideLayouts/slideLayout1.xml" Id="Ra5127186b914431d" /><Relationship Type="http://schemas.openxmlformats.org/officeDocument/2006/relationships/slideLayout" Target="/ppt/slideLayouts/slideLayout2.xml" Id="R8a3ad5abd9c9420a" /><Relationship Type="http://schemas.openxmlformats.org/officeDocument/2006/relationships/slideLayout" Target="/ppt/slideLayouts/slideLayout3.xml" Id="R33be92933fe84949" /><Relationship Type="http://schemas.openxmlformats.org/officeDocument/2006/relationships/slideLayout" Target="/ppt/slideLayouts/slideLayout4.xml" Id="R3e3013ddb6e44bd0" /><Relationship Type="http://schemas.openxmlformats.org/officeDocument/2006/relationships/slideLayout" Target="/ppt/slideLayouts/slideLayout5.xml" Id="Rfba53c97a95348bb" /><Relationship Type="http://schemas.openxmlformats.org/officeDocument/2006/relationships/slideLayout" Target="/ppt/slideLayouts/slideLayout6.xml" Id="R770dfc4be58845bb" /><Relationship Type="http://schemas.openxmlformats.org/officeDocument/2006/relationships/slideLayout" Target="/ppt/slideLayouts/slideLayout7.xml" Id="R1beb300ab86440eb" /><Relationship Type="http://schemas.openxmlformats.org/officeDocument/2006/relationships/slideLayout" Target="/ppt/slideLayouts/slideLayout8.xml" Id="R93bfb4eab66f4d7c" /><Relationship Type="http://schemas.openxmlformats.org/officeDocument/2006/relationships/slideLayout" Target="/ppt/slideLayouts/slideLayout9.xml" Id="Re2ecac17704d4e6d" /><Relationship Type="http://schemas.openxmlformats.org/officeDocument/2006/relationships/slideLayout" Target="/ppt/slideLayouts/slideLayout10.xml" Id="R41c2e9b8c6dc4422" /><Relationship Type="http://schemas.openxmlformats.org/officeDocument/2006/relationships/slideLayout" Target="/ppt/slideLayouts/slideLayout11.xml" Id="R354d8959713a4603"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a2176319f7a4f96" /><Relationship Type="http://schemas.openxmlformats.org/officeDocument/2006/relationships/slideLayout" Target="/ppt/slideLayouts/slideLayout12.xml" Id="R40819eba98454e3e" /><Relationship Type="http://schemas.openxmlformats.org/officeDocument/2006/relationships/slideLayout" Target="/ppt/slideLayouts/slideLayout13.xml" Id="Rc6360139898c484c" /><Relationship Type="http://schemas.openxmlformats.org/officeDocument/2006/relationships/slideLayout" Target="/ppt/slideLayouts/slideLayout14.xml" Id="Rf16797cbb8514c20" /><Relationship Type="http://schemas.openxmlformats.org/officeDocument/2006/relationships/slideLayout" Target="/ppt/slideLayouts/slideLayout15.xml" Id="R2ac6ac56ffd94029" /><Relationship Type="http://schemas.openxmlformats.org/officeDocument/2006/relationships/slideLayout" Target="/ppt/slideLayouts/slideLayout16.xml" Id="Rafeed44bf6624a9d" /><Relationship Type="http://schemas.openxmlformats.org/officeDocument/2006/relationships/slideLayout" Target="/ppt/slideLayouts/slideLayout17.xml" Id="Rcf91346cb1434033" /><Relationship Type="http://schemas.openxmlformats.org/officeDocument/2006/relationships/slideLayout" Target="/ppt/slideLayouts/slideLayout18.xml" Id="R509821bc7312403c" /><Relationship Type="http://schemas.openxmlformats.org/officeDocument/2006/relationships/slideLayout" Target="/ppt/slideLayouts/slideLayout19.xml" Id="Rd66018942bab4177" /><Relationship Type="http://schemas.openxmlformats.org/officeDocument/2006/relationships/slideLayout" Target="/ppt/slideLayouts/slideLayout20.xml" Id="Ref34dacb9b5f48ec" /><Relationship Type="http://schemas.openxmlformats.org/officeDocument/2006/relationships/slideLayout" Target="/ppt/slideLayouts/slideLayout21.xml" Id="Re75d0e0bd0fa4f2f" /><Relationship Type="http://schemas.openxmlformats.org/officeDocument/2006/relationships/slideLayout" Target="/ppt/slideLayouts/slideLayout22.xml" Id="R30ffb8725de2486e"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CB72B049-962E-45F9-980E-5F0704C216DC}"/>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a:endParaRPr/>
          </a:p>
        </p:txBody>
      </p:sp>
      <p:sp>
        <p:nvSpPr>
          <p:cNvPr id="7" name="Google Shape;7;p1">
            <a:extLst xmlns:a="http://schemas.openxmlformats.org/drawingml/2006/main">
              <a:ext uri="{FF2B5EF4-FFF2-40B4-BE49-F238E27FC236}">
                <a16:creationId xmlns:a16="http://schemas.microsoft.com/office/drawing/2014/main" id="{FBA7B21E-C702-48AC-9952-38EF8D382662}"/>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a:endParaRPr/>
          </a:p>
        </p:txBody>
      </p:sp>
      <p:sp>
        <p:nvSpPr>
          <p:cNvPr id="8" name="Google Shape;8;p1">
            <a:extLst xmlns:a="http://schemas.openxmlformats.org/drawingml/2006/main">
              <a:ext uri="{FF2B5EF4-FFF2-40B4-BE49-F238E27FC236}">
                <a16:creationId xmlns:a16="http://schemas.microsoft.com/office/drawing/2014/main" id="{E84320F6-EF63-4803-BF0D-5B36050CB1C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5127186b914431d"/>
    <p:sldLayoutId xmlns:r="http://schemas.openxmlformats.org/officeDocument/2006/relationships" id="2147483650" r:id="R8a3ad5abd9c9420a"/>
    <p:sldLayoutId xmlns:r="http://schemas.openxmlformats.org/officeDocument/2006/relationships" id="2147483651" r:id="R33be92933fe84949"/>
    <p:sldLayoutId xmlns:r="http://schemas.openxmlformats.org/officeDocument/2006/relationships" id="2147483652" r:id="R3e3013ddb6e44bd0"/>
    <p:sldLayoutId xmlns:r="http://schemas.openxmlformats.org/officeDocument/2006/relationships" id="2147483653" r:id="Rfba53c97a95348bb"/>
    <p:sldLayoutId xmlns:r="http://schemas.openxmlformats.org/officeDocument/2006/relationships" id="2147483654" r:id="R770dfc4be58845bb"/>
    <p:sldLayoutId xmlns:r="http://schemas.openxmlformats.org/officeDocument/2006/relationships" id="2147483655" r:id="R1beb300ab86440eb"/>
    <p:sldLayoutId xmlns:r="http://schemas.openxmlformats.org/officeDocument/2006/relationships" id="2147483656" r:id="R93bfb4eab66f4d7c"/>
    <p:sldLayoutId xmlns:r="http://schemas.openxmlformats.org/officeDocument/2006/relationships" id="2147483657" r:id="Re2ecac17704d4e6d"/>
    <p:sldLayoutId xmlns:r="http://schemas.openxmlformats.org/officeDocument/2006/relationships" id="2147483658" r:id="R41c2e9b8c6dc4422"/>
    <p:sldLayoutId xmlns:r="http://schemas.openxmlformats.org/officeDocument/2006/relationships" id="2147483659" r:id="R354d8959713a460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simple-light-2">
    <p:bg>
      <p:bgPr>
        <a:solidFill xmlns:a="http://schemas.openxmlformats.org/drawingml/2006/main">
          <a:srgbClr val="F6E7DC"/>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40819eba98454e3e"/>
    <p:sldLayoutId xmlns:r="http://schemas.openxmlformats.org/officeDocument/2006/relationships" id="2147483662" r:id="Rc6360139898c484c"/>
    <p:sldLayoutId xmlns:r="http://schemas.openxmlformats.org/officeDocument/2006/relationships" id="2147483663" r:id="Rf16797cbb8514c20"/>
    <p:sldLayoutId xmlns:r="http://schemas.openxmlformats.org/officeDocument/2006/relationships" id="2147483664" r:id="R2ac6ac56ffd94029"/>
    <p:sldLayoutId xmlns:r="http://schemas.openxmlformats.org/officeDocument/2006/relationships" id="2147483665" r:id="Rafeed44bf6624a9d"/>
    <p:sldLayoutId xmlns:r="http://schemas.openxmlformats.org/officeDocument/2006/relationships" id="2147483666" r:id="Rcf91346cb1434033"/>
    <p:sldLayoutId xmlns:r="http://schemas.openxmlformats.org/officeDocument/2006/relationships" id="2147483667" r:id="R509821bc7312403c"/>
    <p:sldLayoutId xmlns:r="http://schemas.openxmlformats.org/officeDocument/2006/relationships" id="2147483668" r:id="Rd66018942bab4177"/>
    <p:sldLayoutId xmlns:r="http://schemas.openxmlformats.org/officeDocument/2006/relationships" id="2147483669" r:id="Ref34dacb9b5f48ec"/>
    <p:sldLayoutId xmlns:r="http://schemas.openxmlformats.org/officeDocument/2006/relationships" id="2147483670" r:id="Re75d0e0bd0fa4f2f"/>
    <p:sldLayoutId xmlns:r="http://schemas.openxmlformats.org/officeDocument/2006/relationships" id="2147483671" r:id="R30ffb8725de2486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1e519bebc767437d" /><Relationship Type="http://schemas.openxmlformats.org/officeDocument/2006/relationships/image" Target="/ppt/media/image2.png" Id="Rc01ef5199bb343ca" /><Relationship Type="http://schemas.openxmlformats.org/officeDocument/2006/relationships/image" Target="/ppt/media/image3.png" Id="Re6a54e70e14342f9" /><Relationship Type="http://schemas.openxmlformats.org/officeDocument/2006/relationships/image" Target="/ppt/media/image4.png" Id="R1b9d39014ba949d6" /><Relationship Type="http://schemas.openxmlformats.org/officeDocument/2006/relationships/image" Target="/ppt/media/image5.png" Id="Rdb5514220bac45de" /><Relationship Type="http://schemas.openxmlformats.org/officeDocument/2006/relationships/image" Target="/ppt/media/image6.png" Id="R6278f2a92fd4495d" /><Relationship Type="http://schemas.openxmlformats.org/officeDocument/2006/relationships/notesSlide" Target="/ppt/notesSlides/notesSlide1.xml" Id="R417cae3b9bdd46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bf60a0846f4b45d2" /><Relationship Type="http://schemas.openxmlformats.org/officeDocument/2006/relationships/image" Target="/ppt/media/image7.png" Id="R615088a858c942a1" /><Relationship Type="http://schemas.openxmlformats.org/officeDocument/2006/relationships/image" Target="/ppt/media/image8.png" Id="Rb5939379fa2941a8" /><Relationship Type="http://schemas.openxmlformats.org/officeDocument/2006/relationships/image" Target="/ppt/media/image.jpeg" Id="Rf3fa9be9fc704df7" /><Relationship Type="http://schemas.openxmlformats.org/officeDocument/2006/relationships/image" Target="/ppt/media/image2.jpeg" Id="R5f8a1fff6ea741dd" /><Relationship Type="http://schemas.openxmlformats.org/officeDocument/2006/relationships/image" Target="/ppt/media/image3.jpeg" Id="R53058d9659fb4930" /><Relationship Type="http://schemas.openxmlformats.org/officeDocument/2006/relationships/image" Target="/ppt/media/image4.jpeg" Id="R639248f26fb44744" /><Relationship Type="http://schemas.openxmlformats.org/officeDocument/2006/relationships/image" Target="/ppt/media/image9.png" Id="R4070fb7a6078424b" /><Relationship Type="http://schemas.openxmlformats.org/officeDocument/2006/relationships/notesSlide" Target="/ppt/notesSlides/notesSlide2.xml" Id="R158864d37d3f42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acb4fe002f41449c" /><Relationship Type="http://schemas.openxmlformats.org/officeDocument/2006/relationships/image" Target="/ppt/media/image7.png" Id="R7a9059e217714f62" /><Relationship Type="http://schemas.openxmlformats.org/officeDocument/2006/relationships/image" Target="/ppt/media/image10.png" Id="R2bd677e92d20425c" /><Relationship Type="http://schemas.openxmlformats.org/officeDocument/2006/relationships/notesSlide" Target="/ppt/notesSlides/notesSlide3.xml" Id="Rbfa347960eeb4d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ad08be1a1f0d4994" /><Relationship Type="http://schemas.openxmlformats.org/officeDocument/2006/relationships/image" Target="/ppt/media/image7.png" Id="Rbaf62ec2eebb409d" /><Relationship Type="http://schemas.openxmlformats.org/officeDocument/2006/relationships/image" Target="/ppt/media/image11.png" Id="R27baba636a7848c2" /><Relationship Type="http://schemas.openxmlformats.org/officeDocument/2006/relationships/image" Target="/ppt/media/image12.png" Id="R1631e1da30ed439f" /><Relationship Type="http://schemas.openxmlformats.org/officeDocument/2006/relationships/image" Target="/ppt/media/image13.png" Id="R16897e2ae1ad4c1d" /><Relationship Type="http://schemas.openxmlformats.org/officeDocument/2006/relationships/image" Target="/ppt/media/image14.png" Id="R9bbd8a96f9f34a02" /><Relationship Type="http://schemas.openxmlformats.org/officeDocument/2006/relationships/image" Target="/ppt/media/image15.png" Id="R4e8724ef1f3b446a" /><Relationship Type="http://schemas.openxmlformats.org/officeDocument/2006/relationships/notesSlide" Target="/ppt/notesSlides/notesSlide4.xml" Id="R17c6ce69dd6b4d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3b65d0103d454084" /><Relationship Type="http://schemas.openxmlformats.org/officeDocument/2006/relationships/image" Target="/ppt/media/image7.png" Id="R0d1404bca40b4be7" /><Relationship Type="http://schemas.openxmlformats.org/officeDocument/2006/relationships/image" Target="/ppt/media/image16.png" Id="Rf5f9f28b9c79418d" /><Relationship Type="http://schemas.openxmlformats.org/officeDocument/2006/relationships/image" Target="/ppt/media/image17.png" Id="Rb5c2e3f5dee74fa7" /><Relationship Type="http://schemas.openxmlformats.org/officeDocument/2006/relationships/notesSlide" Target="/ppt/notesSlides/notesSlide5.xml" Id="Rc01e4bc6b83945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a7e8e0a97a97476c" /><Relationship Type="http://schemas.openxmlformats.org/officeDocument/2006/relationships/image" Target="/ppt/media/image7.png" Id="R4d565a34d16a467a" /><Relationship Type="http://schemas.openxmlformats.org/officeDocument/2006/relationships/image" Target="/ppt/media/image11.png" Id="R2ccbb35e878f4f57" /><Relationship Type="http://schemas.openxmlformats.org/officeDocument/2006/relationships/image" Target="/ppt/media/image12.png" Id="R77c025cdc18249bc" /><Relationship Type="http://schemas.openxmlformats.org/officeDocument/2006/relationships/image" Target="/ppt/media/image18.png" Id="Red640270e4be42ec" /><Relationship Type="http://schemas.openxmlformats.org/officeDocument/2006/relationships/notesSlide" Target="/ppt/notesSlides/notesSlide6.xml" Id="Rd49ba63eb3ab47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623132f65ee54073" /><Relationship Type="http://schemas.openxmlformats.org/officeDocument/2006/relationships/image" Target="/ppt/media/image7.png" Id="R833507c3362e4921" /><Relationship Type="http://schemas.openxmlformats.org/officeDocument/2006/relationships/image" Target="/ppt/media/image5.jpeg" Id="R66776624bbe44a43" /><Relationship Type="http://schemas.openxmlformats.org/officeDocument/2006/relationships/image" Target="/ppt/media/image19.png" Id="Re38d0532a0384ae6" /><Relationship Type="http://schemas.openxmlformats.org/officeDocument/2006/relationships/image" Target="/ppt/media/image20.png" Id="R651cde258bf041be" /><Relationship Type="http://schemas.openxmlformats.org/officeDocument/2006/relationships/notesSlide" Target="/ppt/notesSlides/notesSlide7.xml" Id="R6910e3c1c2184e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33eebbb7b6db4c6b" /><Relationship Type="http://schemas.openxmlformats.org/officeDocument/2006/relationships/image" Target="/ppt/media/image7.png" Id="R2788d0e12b2e4e91" /><Relationship Type="http://schemas.openxmlformats.org/officeDocument/2006/relationships/image" Target="/ppt/media/image6.jpeg" Id="Rf37c0382767949d1" /><Relationship Type="http://schemas.openxmlformats.org/officeDocument/2006/relationships/image" Target="/ppt/media/image21.png" Id="R5e25f31d57424be1" /><Relationship Type="http://schemas.openxmlformats.org/officeDocument/2006/relationships/image" Target="/ppt/media/image22.png" Id="Rccc0557142eb4853" /><Relationship Type="http://schemas.openxmlformats.org/officeDocument/2006/relationships/notesSlide" Target="/ppt/notesSlides/notesSlide8.xml" Id="R55ebf617912141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80fd711bf4144f7d" /><Relationship Type="http://schemas.openxmlformats.org/officeDocument/2006/relationships/image" Target="/ppt/media/image7.png" Id="Rdbfcacad71704dcc" /><Relationship Type="http://schemas.openxmlformats.org/officeDocument/2006/relationships/image" Target="/ppt/media/image7.jpeg" Id="R7cf3b422cf104ecc" /><Relationship Type="http://schemas.openxmlformats.org/officeDocument/2006/relationships/image" Target="/ppt/media/image23.png" Id="R80d4f92226aa45ad" /><Relationship Type="http://schemas.openxmlformats.org/officeDocument/2006/relationships/notesSlide" Target="/ppt/notesSlides/notesSlide9.xml" Id="Rd4f72077d35446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2.xml" Id="R36421183e66f4cee" /><Relationship Type="http://schemas.openxmlformats.org/officeDocument/2006/relationships/image" Target="/ppt/media/image7.png" Id="R3bea64e2165f4c38" /><Relationship Type="http://schemas.openxmlformats.org/officeDocument/2006/relationships/image" Target="/ppt/media/image7.jpeg" Id="R68696761f0034b08" /><Relationship Type="http://schemas.openxmlformats.org/officeDocument/2006/relationships/image" Target="/ppt/media/image24.png" Id="Rd03e016a2aec47f4" /><Relationship Type="http://schemas.openxmlformats.org/officeDocument/2006/relationships/notesSlide" Target="/ppt/notesSlides/notesSlide10.xml" Id="R88a22bd04d454e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2.xml" Id="R9d6c160336f04d29" /><Relationship Type="http://schemas.openxmlformats.org/officeDocument/2006/relationships/image" Target="/ppt/media/image7.png" Id="R91d92e264ba248cb" /><Relationship Type="http://schemas.openxmlformats.org/officeDocument/2006/relationships/image" Target="/ppt/media/image25.png" Id="R47c19e13fc9d4cc8" /><Relationship Type="http://schemas.openxmlformats.org/officeDocument/2006/relationships/notesSlide" Target="/ppt/notesSlides/notesSlide11.xml" Id="R72bd1766478544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45de0c5af6584d62" /><Relationship Type="http://schemas.openxmlformats.org/officeDocument/2006/relationships/image" Target="/ppt/media/image7.png" Id="Re32bb6a7403e48b9" /><Relationship Type="http://schemas.openxmlformats.org/officeDocument/2006/relationships/image" Target="/ppt/media/image8.jpeg" Id="R33db8461567946c5" /><Relationship Type="http://schemas.openxmlformats.org/officeDocument/2006/relationships/image" Target="/ppt/media/image26.png" Id="R2d521b9382174ecc" /><Relationship Type="http://schemas.openxmlformats.org/officeDocument/2006/relationships/notesSlide" Target="/ppt/notesSlides/notesSlide12.xml" Id="Rc04ff0c283ae48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b53f9b892e414445" /><Relationship Type="http://schemas.openxmlformats.org/officeDocument/2006/relationships/image" Target="/ppt/media/image7.png" Id="R3d12388aea054321" /><Relationship Type="http://schemas.openxmlformats.org/officeDocument/2006/relationships/image" Target="/ppt/media/image27.png" Id="Rf76f5bb4752d426d" /><Relationship Type="http://schemas.openxmlformats.org/officeDocument/2006/relationships/image" Target="/ppt/media/image28.png" Id="R6775526850d8423e" /><Relationship Type="http://schemas.openxmlformats.org/officeDocument/2006/relationships/notesSlide" Target="/ppt/notesSlides/notesSlide13.xml" Id="R68e651e0176149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d9faa2af9e4842d6" /><Relationship Type="http://schemas.openxmlformats.org/officeDocument/2006/relationships/image" Target="/ppt/media/image2.png" Id="Rb8c02db7c8f54b41" /><Relationship Type="http://schemas.openxmlformats.org/officeDocument/2006/relationships/image" Target="/ppt/media/image3.png" Id="Ra2af16c2613947c2" /><Relationship Type="http://schemas.openxmlformats.org/officeDocument/2006/relationships/image" Target="/ppt/media/image4.png" Id="R125d7478192f407d" /><Relationship Type="http://schemas.openxmlformats.org/officeDocument/2006/relationships/image" Target="/ppt/media/image5.png" Id="R3427be2629534dbc" /><Relationship Type="http://schemas.openxmlformats.org/officeDocument/2006/relationships/image" Target="/ppt/media/image29.png" Id="R9243e822ae1d4783" /><Relationship Type="http://schemas.openxmlformats.org/officeDocument/2006/relationships/notesSlide" Target="/ppt/notesSlides/notesSlide14.xml" Id="Re2c0300df7b2439e" /></Relationships>
</file>

<file path=ppt/slides/slide1.xml><?xml version="1.0" encoding="utf-8"?>
<p:sld xmlns:p="http://schemas.openxmlformats.org/presentationml/2006/main">
  <p:cSld>
    <p:bg>
      <p:bgPr>
        <a:blipFill xmlns:a="http://schemas.openxmlformats.org/drawingml/2006/main">
          <a:blip xmlns:r="http://schemas.openxmlformats.org/officeDocument/2006/relationships" r:embed="Rc01ef5199bb343ca">
            <a:alphaModFix/>
          </a:blip>
          <a:stretch>
            <a:fillRect l="0" t="0" r="0" b="0"/>
          </a:stretch>
        </a:blipFill>
      </p:bgPr>
    </p:bg>
    <p:spTree>
      <p:nvGrpSpPr>
        <p:cNvPr id="1" name=""/>
        <p:cNvGrpSpPr/>
        <p:nvPr/>
      </p:nvGrpSpPr>
      <p:grpSpPr>
        <a:xfrm xmlns:a="http://schemas.openxmlformats.org/drawingml/2006/main"/>
      </p:grpSpPr>
      <p:sp>
        <p:nvSpPr>
          <p:cNvPr id="96" name="Google Shape;96;p25">
            <a:extLst xmlns:a="http://schemas.openxmlformats.org/drawingml/2006/main">
              <a:ext uri="{FF2B5EF4-FFF2-40B4-BE49-F238E27FC236}">
                <a16:creationId xmlns:a16="http://schemas.microsoft.com/office/drawing/2014/main" id="{4AC65718-2F43-403C-B8B7-7E591DA49D99}"/>
              </a:ext>
            </a:extLst>
          </p:cNvPr>
          <p:cNvSpPr>
            <a:spLocks xmlns:a="http://schemas.openxmlformats.org/drawingml/2006/main" noGrp="1"/>
          </p:cNvSpPr>
          <p:nvPr/>
        </p:nvSpPr>
        <p:spPr>
          <a:xfrm xmlns:a="http://schemas.openxmlformats.org/drawingml/2006/main">
            <a:off x="857250" y="3124200"/>
            <a:ext cx="74295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3225" b="1">
                <a:solidFill>
                  <a:srgbClr val="FFFFFF"/>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3225" b="1">
                <a:solidFill>
                  <a:srgbClr val="FFFFFF"/>
                </a:solidFill>
                <a:latin typeface="IBM Plex Sans Arabic"/>
                <a:ea typeface="IBM Plex Sans Arabic"/>
                <a:cs typeface="IBM Plex Sans Arabic"/>
              </a:defRPr>
            </a:pPr>
            <a:r>
              <a:rPr sz="3225" b="1" lang="ar-SA">
                <a:solidFill>
                  <a:srgbClr val="FFFFFF"/>
                </a:solidFill>
                <a:latin typeface="IBM Plex Sans Arabic"/>
                <a:ea typeface="IBM Plex Sans Arabic"/>
                <a:cs typeface="IBM Plex Sans Arabic"/>
              </a:rPr>
              <a:t>أنبت 2.0</a:t>
            </a:r>
          </a:p>
        </p:txBody>
      </p:sp>
      <p:sp>
        <p:nvSpPr>
          <p:cNvPr id="97" name="Google Shape;97;p25">
            <a:extLst xmlns:a="http://schemas.openxmlformats.org/drawingml/2006/main">
              <a:ext uri="{FF2B5EF4-FFF2-40B4-BE49-F238E27FC236}">
                <a16:creationId xmlns:a16="http://schemas.microsoft.com/office/drawing/2014/main" id="{01470AFB-853C-4E04-9E77-494FB1CE176A}"/>
              </a:ext>
            </a:extLst>
          </p:cNvPr>
          <p:cNvSpPr>
            <a:spLocks xmlns:a="http://schemas.openxmlformats.org/drawingml/2006/main" noGrp="1"/>
          </p:cNvSpPr>
          <p:nvPr/>
        </p:nvSpPr>
        <p:spPr>
          <a:xfrm xmlns:a="http://schemas.openxmlformats.org/drawingml/2006/main">
            <a:off x="857250" y="3848100"/>
            <a:ext cx="74295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875" b="0">
                <a:solidFill>
                  <a:srgbClr val="FFFFFF"/>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1875" b="0">
                <a:solidFill>
                  <a:srgbClr val="FFFFFF"/>
                </a:solidFill>
                <a:latin typeface="IBM Plex Sans Arabic"/>
                <a:ea typeface="IBM Plex Sans Arabic"/>
                <a:cs typeface="IBM Plex Sans Arabic"/>
              </a:defRPr>
            </a:pPr>
            <a:r>
              <a:rPr sz="1875" b="0" lang="ar-SA">
                <a:solidFill>
                  <a:srgbClr val="FFFFFF"/>
                </a:solidFill>
                <a:latin typeface="IBM Plex Sans Arabic"/>
                <a:ea typeface="IBM Plex Sans Arabic"/>
                <a:cs typeface="IBM Plex Sans Arabic"/>
              </a:rPr>
              <a:t>دعم قرارات الري للمسطحات الخضراء</a:t>
            </a:r>
          </a:p>
        </p:txBody>
      </p:sp>
      <p:pic>
        <p:nvPicPr>
          <p:cNvPr id="98" name="Google Shape;98;p25">
            <a:extLst xmlns:a="http://schemas.openxmlformats.org/drawingml/2006/main">
              <a:ext uri="{FF2B5EF4-FFF2-40B4-BE49-F238E27FC236}">
                <a16:creationId xmlns:a16="http://schemas.microsoft.com/office/drawing/2014/main" id="{89D54D54-EF6A-49CF-A52F-1253728FBFF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6a54e70e14342f9">
            <a:alphaModFix/>
          </a:blip>
          <a:srcRect xmlns:a="http://schemas.openxmlformats.org/drawingml/2006/main" l="0" t="0" r="0" b="0"/>
          <a:stretch xmlns:a="http://schemas.openxmlformats.org/drawingml/2006/main"/>
        </p:blipFill>
        <p:spPr>
          <a:xfrm xmlns:a="http://schemas.openxmlformats.org/drawingml/2006/main">
            <a:off x="5695886" y="985996"/>
            <a:ext cx="977418" cy="640470"/>
          </a:xfrm>
          <a:prstGeom xmlns:a="http://schemas.openxmlformats.org/drawingml/2006/main" prst="rect">
            <a:avLst/>
          </a:prstGeom>
          <a:ln xmlns:a="http://schemas.openxmlformats.org/drawingml/2006/main">
            <a:noFill/>
          </a:ln>
        </p:spPr>
      </p:pic>
      <p:pic>
        <p:nvPicPr>
          <p:cNvPr id="99" name="Google Shape;99;p25">
            <a:extLst xmlns:a="http://schemas.openxmlformats.org/drawingml/2006/main">
              <a:ext uri="{FF2B5EF4-FFF2-40B4-BE49-F238E27FC236}">
                <a16:creationId xmlns:a16="http://schemas.microsoft.com/office/drawing/2014/main" id="{2BEB3C70-3350-4792-B611-A685FEAD36F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b9d39014ba949d6">
            <a:alphaModFix/>
          </a:blip>
          <a:srcRect xmlns:a="http://schemas.openxmlformats.org/drawingml/2006/main" l="0" t="0" r="0" b="0"/>
          <a:stretch xmlns:a="http://schemas.openxmlformats.org/drawingml/2006/main"/>
        </p:blipFill>
        <p:spPr>
          <a:xfrm xmlns:a="http://schemas.openxmlformats.org/drawingml/2006/main">
            <a:off x="3658834" y="792925"/>
            <a:ext cx="1944378" cy="1072926"/>
          </a:xfrm>
          <a:prstGeom xmlns:a="http://schemas.openxmlformats.org/drawingml/2006/main" prst="rect">
            <a:avLst/>
          </a:prstGeom>
          <a:ln xmlns:a="http://schemas.openxmlformats.org/drawingml/2006/main">
            <a:noFill/>
          </a:ln>
        </p:spPr>
      </p:pic>
      <p:pic>
        <p:nvPicPr>
          <p:cNvPr id="100" name="Google Shape;100;p25">
            <a:extLst xmlns:a="http://schemas.openxmlformats.org/drawingml/2006/main">
              <a:ext uri="{FF2B5EF4-FFF2-40B4-BE49-F238E27FC236}">
                <a16:creationId xmlns:a16="http://schemas.microsoft.com/office/drawing/2014/main" id="{8F0E0623-8203-42F6-9BF9-FC0C3BACCE7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b5514220bac45de">
            <a:alphaModFix/>
          </a:blip>
          <a:srcRect xmlns:a="http://schemas.openxmlformats.org/drawingml/2006/main" l="14448" t="33687" r="14448" b="33690"/>
          <a:stretch xmlns:a="http://schemas.openxmlformats.org/drawingml/2006/main"/>
        </p:blipFill>
        <p:spPr>
          <a:xfrm xmlns:a="http://schemas.openxmlformats.org/drawingml/2006/main">
            <a:off x="2137332" y="1061327"/>
            <a:ext cx="1628005" cy="746978"/>
          </a:xfrm>
          <a:prstGeom xmlns:a="http://schemas.openxmlformats.org/drawingml/2006/main" prst="rect">
            <a:avLst/>
          </a:prstGeom>
          <a:ln xmlns:a="http://schemas.openxmlformats.org/drawingml/2006/main">
            <a:noFill/>
          </a:ln>
        </p:spPr>
      </p:pic>
      <p:pic>
        <p:nvPicPr>
          <p:cNvPr id="101" name="">
            <a:extLst xmlns:a="http://schemas.openxmlformats.org/drawingml/2006/main">
              <a:ext uri="{FF2B5EF4-FFF2-40B4-BE49-F238E27FC236}">
                <a16:creationId xmlns:a16="http://schemas.microsoft.com/office/drawing/2014/main" id="{4335DBA5-889C-452D-A79E-9C8096D05981}"/>
              </a:ext>
            </a:extLst>
          </p:cNvPr>
          <p:cNvPicPr>
            <a:picLocks xmlns:a="http://schemas.openxmlformats.org/drawingml/2006/main" noChangeAspect="1"/>
          </p:cNvPicPr>
          <p:nvPr/>
        </p:nvPicPr>
        <p:blipFill>
          <a:blip xmlns:r="http://schemas.openxmlformats.org/officeDocument/2006/relationships" xmlns:a="http://schemas.openxmlformats.org/drawingml/2006/main" r:embed="R6278f2a92fd4495d"/>
          <a:stretch xmlns:a="http://schemas.openxmlformats.org/drawingml/2006/main"/>
        </p:blipFill>
        <p:spPr>
          <a:xfrm xmlns:a="http://schemas.openxmlformats.org/drawingml/2006/main">
            <a:off x="3441700" y="1952625"/>
            <a:ext cx="2260600" cy="1066800"/>
          </a:xfrm>
          <a:prstGeom xmlns:a="http://schemas.openxmlformats.org/drawingml/2006/main" prst="rect">
            <a:avLst/>
          </a:prstGeom>
        </p:spPr>
      </p:pic>
      <p:sp>
        <p:nvSpPr>
          <p:cNvPr id="102" name="selected-challenge">
            <a:extLst xmlns:a="http://schemas.openxmlformats.org/drawingml/2006/main">
              <a:ext uri="{FF2B5EF4-FFF2-40B4-BE49-F238E27FC236}">
                <a16:creationId xmlns:a16="http://schemas.microsoft.com/office/drawing/2014/main" id="{D4BD8D0E-A7C1-4251-BF22-2CC0D910E6D2}"/>
              </a:ext>
            </a:extLst>
          </p:cNvPr>
          <p:cNvSpPr>
            <a:spLocks xmlns:a="http://schemas.openxmlformats.org/drawingml/2006/main" noGrp="1"/>
          </p:cNvSpPr>
          <p:nvPr/>
        </p:nvSpPr>
        <p:spPr>
          <a:xfrm xmlns:a="http://schemas.openxmlformats.org/drawingml/2006/main">
            <a:off x="857250" y="443865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D9D5E3"/>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1500" b="0">
                <a:solidFill>
                  <a:srgbClr val="D9D5E3"/>
                </a:solidFill>
                <a:latin typeface="IBM Plex Sans Arabic"/>
                <a:ea typeface="IBM Plex Sans Arabic"/>
                <a:cs typeface="IBM Plex Sans Arabic"/>
              </a:defRPr>
            </a:pPr>
            <a:r>
              <a:rPr sz="1500" b="0" lang="ar-SA">
                <a:solidFill>
                  <a:srgbClr val="D9D5E3"/>
                </a:solidFill>
                <a:latin typeface="IBM Plex Sans Arabic"/>
                <a:ea typeface="IBM Plex Sans Arabic"/>
                <a:cs typeface="IBM Plex Sans Arabic"/>
              </a:rPr>
              <a:t>تحدي 2.1  الاستدامة والأثر البيئي</a:t>
            </a:r>
          </a:p>
        </p:txBody>
      </p:sp>
    </p:spTree>
    <p:extLst>
      <p:ext uri="{BB962C8B-B14F-4D97-AF65-F5344CB8AC3E}">
        <p14:creationId xmlns:p14="http://schemas.microsoft.com/office/powerpoint/2010/main" val="992816317"/>
      </p:ext>
    </p:extLst>
  </p:cSld>
</p:sld>
</file>

<file path=ppt/slides/slide2.xml><?xml version="1.0" encoding="utf-8"?>
<p:sld xmlns:p="http://schemas.openxmlformats.org/presentationml/2006/main">
  <p:cSld>
    <p:bg>
      <p:bgPr>
        <a:blipFill xmlns:a="http://schemas.openxmlformats.org/drawingml/2006/main">
          <a:blip xmlns:r="http://schemas.openxmlformats.org/officeDocument/2006/relationships" r:embed="R615088a858c942a1">
            <a:alphaModFix/>
          </a:blip>
          <a:stretch>
            <a:fillRect l="0" t="0" r="0" b="0"/>
          </a:stretch>
        </a:blipFill>
      </p:bgPr>
    </p:bg>
    <p:spTree>
      <p:nvGrpSpPr>
        <p:cNvPr id="1" name=""/>
        <p:cNvGrpSpPr/>
        <p:nvPr/>
      </p:nvGrpSpPr>
      <p:grpSpPr>
        <a:xfrm xmlns:a="http://schemas.openxmlformats.org/drawingml/2006/main"/>
      </p:grpSpPr>
      <p:sp>
        <p:nvSpPr>
          <p:cNvPr id="105" name="Google Shape;105;p26">
            <a:extLst xmlns:a="http://schemas.openxmlformats.org/drawingml/2006/main">
              <a:ext uri="{FF2B5EF4-FFF2-40B4-BE49-F238E27FC236}">
                <a16:creationId xmlns:a16="http://schemas.microsoft.com/office/drawing/2014/main" id="{B66B480E-17A7-4CDB-ACEF-A30F09C4BD93}"/>
              </a:ext>
            </a:extLst>
          </p:cNvPr>
          <p:cNvSpPr>
            <a:spLocks xmlns:a="http://schemas.openxmlformats.org/drawingml/2006/main" noGrp="1"/>
          </p:cNvSpPr>
          <p:nvPr/>
        </p:nvSpPr>
        <p:spPr>
          <a:xfrm xmlns:a="http://schemas.openxmlformats.org/drawingml/2006/main">
            <a:off x="714375" y="1114425"/>
            <a:ext cx="7715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75" b="1">
                <a:solidFill>
                  <a:srgbClr val="D30D3A"/>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2775" b="1">
                <a:solidFill>
                  <a:srgbClr val="D30D3A"/>
                </a:solidFill>
                <a:latin typeface="IBM Plex Sans Arabic"/>
                <a:ea typeface="IBM Plex Sans Arabic"/>
                <a:cs typeface="IBM Plex Sans Arabic"/>
              </a:defRPr>
            </a:pPr>
            <a:r>
              <a:rPr sz="2775" b="1" lang="ar-SA">
                <a:solidFill>
                  <a:srgbClr val="D30D3A"/>
                </a:solidFill>
                <a:latin typeface="IBM Plex Sans Arabic"/>
                <a:ea typeface="IBM Plex Sans Arabic"/>
                <a:cs typeface="IBM Plex Sans Arabic"/>
              </a:rPr>
              <a:t>أعضاء الفريق</a:t>
            </a:r>
          </a:p>
        </p:txBody>
      </p:sp>
      <p:sp>
        <p:nvSpPr>
          <p:cNvPr id="106" name="Google Shape;106;p26">
            <a:extLst xmlns:a="http://schemas.openxmlformats.org/drawingml/2006/main">
              <a:ext uri="{FF2B5EF4-FFF2-40B4-BE49-F238E27FC236}">
                <a16:creationId xmlns:a16="http://schemas.microsoft.com/office/drawing/2014/main" id="{75D06449-D803-4BB4-8D74-015ACCF3A8B9}"/>
              </a:ext>
            </a:extLst>
          </p:cNvPr>
          <p:cNvSpPr>
            <a:spLocks xmlns:a="http://schemas.openxmlformats.org/drawingml/2006/main" noGrp="1"/>
          </p:cNvSpPr>
          <p:nvPr/>
        </p:nvSpPr>
        <p:spPr>
          <a:xfrm xmlns:a="http://schemas.openxmlformats.org/drawingml/2006/main">
            <a:off x="4926974" y="2007579"/>
            <a:ext cx="1044900" cy="1044900"/>
          </a:xfrm>
          <a:prstGeom xmlns:a="http://schemas.openxmlformats.org/drawingml/2006/main" prst="ellipse">
            <a:avLst/>
          </a:prstGeom>
          <a:solidFill xmlns:a="http://schemas.openxmlformats.org/drawingml/2006/main">
            <a:srgbClr val="03234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07" name="Google Shape;107;p26">
            <a:extLst xmlns:a="http://schemas.openxmlformats.org/drawingml/2006/main">
              <a:ext uri="{FF2B5EF4-FFF2-40B4-BE49-F238E27FC236}">
                <a16:creationId xmlns:a16="http://schemas.microsoft.com/office/drawing/2014/main" id="{0281F419-84E9-4C9A-924F-A43E0C803668}"/>
              </a:ext>
            </a:extLst>
          </p:cNvPr>
          <p:cNvSpPr>
            <a:spLocks xmlns:a="http://schemas.openxmlformats.org/drawingml/2006/main" noGrp="1"/>
          </p:cNvSpPr>
          <p:nvPr/>
        </p:nvSpPr>
        <p:spPr>
          <a:xfrm xmlns:a="http://schemas.openxmlformats.org/drawingml/2006/main">
            <a:off x="6495906" y="2007579"/>
            <a:ext cx="1044900" cy="1044900"/>
          </a:xfrm>
          <a:prstGeom xmlns:a="http://schemas.openxmlformats.org/drawingml/2006/main" prst="ellipse">
            <a:avLst/>
          </a:prstGeom>
          <a:solidFill xmlns:a="http://schemas.openxmlformats.org/drawingml/2006/main">
            <a:srgbClr val="03234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08" name="Google Shape;108;p26">
            <a:extLst xmlns:a="http://schemas.openxmlformats.org/drawingml/2006/main">
              <a:ext uri="{FF2B5EF4-FFF2-40B4-BE49-F238E27FC236}">
                <a16:creationId xmlns:a16="http://schemas.microsoft.com/office/drawing/2014/main" id="{9C405CD2-4A44-452F-8106-B0191DB18E0A}"/>
              </a:ext>
            </a:extLst>
          </p:cNvPr>
          <p:cNvSpPr>
            <a:spLocks xmlns:a="http://schemas.openxmlformats.org/drawingml/2006/main" noGrp="1"/>
          </p:cNvSpPr>
          <p:nvPr/>
        </p:nvSpPr>
        <p:spPr>
          <a:xfrm xmlns:a="http://schemas.openxmlformats.org/drawingml/2006/main">
            <a:off x="6267450" y="3286125"/>
            <a:ext cx="16192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75" b="0">
                <a:solidFill>
                  <a:srgbClr val="FFFFFF"/>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محمد زيد</a:t>
            </a:r>
          </a:p>
        </p:txBody>
      </p:sp>
      <p:sp>
        <p:nvSpPr>
          <p:cNvPr id="109" name="Google Shape;109;p26">
            <a:extLst xmlns:a="http://schemas.openxmlformats.org/drawingml/2006/main">
              <a:ext uri="{FF2B5EF4-FFF2-40B4-BE49-F238E27FC236}">
                <a16:creationId xmlns:a16="http://schemas.microsoft.com/office/drawing/2014/main" id="{EC971DFE-7261-45FE-B8F7-4AC81FC97E73}"/>
              </a:ext>
            </a:extLst>
          </p:cNvPr>
          <p:cNvSpPr>
            <a:spLocks xmlns:a="http://schemas.openxmlformats.org/drawingml/2006/main" noGrp="1"/>
          </p:cNvSpPr>
          <p:nvPr/>
        </p:nvSpPr>
        <p:spPr>
          <a:xfrm xmlns:a="http://schemas.openxmlformats.org/drawingml/2006/main">
            <a:off x="4686300" y="3286125"/>
            <a:ext cx="1571625"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75" b="0">
                <a:solidFill>
                  <a:srgbClr val="FFFFFF"/>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عمر الفيفي</a:t>
            </a:r>
          </a:p>
        </p:txBody>
      </p:sp>
      <p:sp>
        <p:nvSpPr>
          <p:cNvPr id="110" name="Google Shape;110;p26">
            <a:extLst xmlns:a="http://schemas.openxmlformats.org/drawingml/2006/main">
              <a:ext uri="{FF2B5EF4-FFF2-40B4-BE49-F238E27FC236}">
                <a16:creationId xmlns:a16="http://schemas.microsoft.com/office/drawing/2014/main" id="{86564EEF-4B93-4F1B-94DA-4145D67F995A}"/>
              </a:ext>
            </a:extLst>
          </p:cNvPr>
          <p:cNvSpPr>
            <a:spLocks xmlns:a="http://schemas.openxmlformats.org/drawingml/2006/main" noGrp="1"/>
          </p:cNvSpPr>
          <p:nvPr/>
        </p:nvSpPr>
        <p:spPr>
          <a:xfrm xmlns:a="http://schemas.openxmlformats.org/drawingml/2006/main">
            <a:off x="3048000" y="3286125"/>
            <a:ext cx="16192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75" b="0">
                <a:solidFill>
                  <a:srgbClr val="FFFFFF"/>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مهند الشمراني</a:t>
            </a:r>
          </a:p>
        </p:txBody>
      </p:sp>
      <p:sp>
        <p:nvSpPr>
          <p:cNvPr id="111" name="Google Shape;111;p26">
            <a:extLst xmlns:a="http://schemas.openxmlformats.org/drawingml/2006/main">
              <a:ext uri="{FF2B5EF4-FFF2-40B4-BE49-F238E27FC236}">
                <a16:creationId xmlns:a16="http://schemas.microsoft.com/office/drawing/2014/main" id="{67C0270D-A6FC-42D4-9012-C5144BAF71A2}"/>
              </a:ext>
            </a:extLst>
          </p:cNvPr>
          <p:cNvSpPr>
            <a:spLocks xmlns:a="http://schemas.openxmlformats.org/drawingml/2006/main" noGrp="1"/>
          </p:cNvSpPr>
          <p:nvPr/>
        </p:nvSpPr>
        <p:spPr>
          <a:xfrm xmlns:a="http://schemas.openxmlformats.org/drawingml/2006/main">
            <a:off x="1381125" y="3286125"/>
            <a:ext cx="1666875"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75" b="0">
                <a:solidFill>
                  <a:srgbClr val="FFFFFF"/>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عبدالله اللحيدان</a:t>
            </a:r>
          </a:p>
        </p:txBody>
      </p:sp>
      <p:sp>
        <p:nvSpPr>
          <p:cNvPr id="112" name="Google Shape;112;p26">
            <a:extLst xmlns:a="http://schemas.openxmlformats.org/drawingml/2006/main">
              <a:ext uri="{FF2B5EF4-FFF2-40B4-BE49-F238E27FC236}">
                <a16:creationId xmlns:a16="http://schemas.microsoft.com/office/drawing/2014/main" id="{3FE76A9A-5B0C-40A3-A6DF-3AB61C59592B}"/>
              </a:ext>
            </a:extLst>
          </p:cNvPr>
          <p:cNvSpPr>
            <a:spLocks xmlns:a="http://schemas.openxmlformats.org/drawingml/2006/main" noGrp="1"/>
          </p:cNvSpPr>
          <p:nvPr/>
        </p:nvSpPr>
        <p:spPr>
          <a:xfrm xmlns:a="http://schemas.openxmlformats.org/drawingml/2006/main">
            <a:off x="1680074" y="2007579"/>
            <a:ext cx="1044900" cy="1044900"/>
          </a:xfrm>
          <a:prstGeom xmlns:a="http://schemas.openxmlformats.org/drawingml/2006/main" prst="ellipse">
            <a:avLst/>
          </a:prstGeom>
          <a:solidFill xmlns:a="http://schemas.openxmlformats.org/drawingml/2006/main">
            <a:srgbClr val="03234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13" name="Google Shape;113;p26">
            <a:extLst xmlns:a="http://schemas.openxmlformats.org/drawingml/2006/main">
              <a:ext uri="{FF2B5EF4-FFF2-40B4-BE49-F238E27FC236}">
                <a16:creationId xmlns:a16="http://schemas.microsoft.com/office/drawing/2014/main" id="{9C3BE604-54B6-4168-B645-242033AFCBBA}"/>
              </a:ext>
            </a:extLst>
          </p:cNvPr>
          <p:cNvSpPr>
            <a:spLocks xmlns:a="http://schemas.openxmlformats.org/drawingml/2006/main" noGrp="1"/>
          </p:cNvSpPr>
          <p:nvPr/>
        </p:nvSpPr>
        <p:spPr>
          <a:xfrm xmlns:a="http://schemas.openxmlformats.org/drawingml/2006/main">
            <a:off x="3303531" y="2007579"/>
            <a:ext cx="1044900" cy="1044900"/>
          </a:xfrm>
          <a:prstGeom xmlns:a="http://schemas.openxmlformats.org/drawingml/2006/main" prst="ellipse">
            <a:avLst/>
          </a:prstGeom>
          <a:solidFill xmlns:a="http://schemas.openxmlformats.org/drawingml/2006/main">
            <a:srgbClr val="03234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pic>
        <p:nvPicPr>
          <p:cNvPr id="114" name="Google Shape;114;p26">
            <a:extLst xmlns:a="http://schemas.openxmlformats.org/drawingml/2006/main">
              <a:ext uri="{FF2B5EF4-FFF2-40B4-BE49-F238E27FC236}">
                <a16:creationId xmlns:a16="http://schemas.microsoft.com/office/drawing/2014/main" id="{1ABFFF91-DE7E-4373-B761-556A3CC635E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5939379fa2941a8">
            <a:alphaModFix/>
          </a:blip>
          <a:srcRect xmlns:a="http://schemas.openxmlformats.org/drawingml/2006/main" l="0" t="0" r="0" b="0"/>
          <a:stretch xmlns:a="http://schemas.openxmlformats.org/drawingml/2006/main"/>
        </p:blipFill>
        <p:spPr>
          <a:xfrm xmlns:a="http://schemas.openxmlformats.org/drawingml/2006/main">
            <a:off x="1945725" y="2273225"/>
            <a:ext cx="513597" cy="513603"/>
          </a:xfrm>
          <a:prstGeom xmlns:a="http://schemas.openxmlformats.org/drawingml/2006/main" prst="rect">
            <a:avLst/>
          </a:prstGeom>
          <a:ln xmlns:a="http://schemas.openxmlformats.org/drawingml/2006/main">
            <a:noFill/>
          </a:ln>
        </p:spPr>
      </p:pic>
      <p:pic>
        <p:nvPicPr>
          <p:cNvPr id="115" name="Google Shape;115;p26">
            <a:extLst xmlns:a="http://schemas.openxmlformats.org/drawingml/2006/main">
              <a:ext uri="{FF2B5EF4-FFF2-40B4-BE49-F238E27FC236}">
                <a16:creationId xmlns:a16="http://schemas.microsoft.com/office/drawing/2014/main" id="{85D8263A-9DC5-4A2C-A89E-45E537251FA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5939379fa2941a8">
            <a:alphaModFix/>
          </a:blip>
          <a:srcRect xmlns:a="http://schemas.openxmlformats.org/drawingml/2006/main" l="0" t="0" r="0" b="0"/>
          <a:stretch xmlns:a="http://schemas.openxmlformats.org/drawingml/2006/main"/>
        </p:blipFill>
        <p:spPr>
          <a:xfrm xmlns:a="http://schemas.openxmlformats.org/drawingml/2006/main">
            <a:off x="3437789" y="2273225"/>
            <a:ext cx="644983" cy="731378"/>
          </a:xfrm>
          <a:prstGeom xmlns:a="http://schemas.openxmlformats.org/drawingml/2006/main" prst="rect">
            <a:avLst/>
          </a:prstGeom>
          <a:ln xmlns:a="http://schemas.openxmlformats.org/drawingml/2006/main">
            <a:noFill/>
          </a:ln>
        </p:spPr>
      </p:pic>
      <p:pic>
        <p:nvPicPr>
          <p:cNvPr id="5" name="Picture 4">
            <a:extLst xmlns:a="http://schemas.openxmlformats.org/drawingml/2006/main">
              <a:ext uri="{FF2B5EF4-FFF2-40B4-BE49-F238E27FC236}">
                <a16:creationId xmlns:a16="http://schemas.microsoft.com/office/drawing/2014/main" id="{4DF79D24-5A07-416E-BDFA-485DD6CE51A6}"/>
              </a:ext>
            </a:extLst>
          </p:cNvPr>
          <p:cNvPicPr>
            <a:picLocks xmlns:a="http://schemas.openxmlformats.org/drawingml/2006/main" noChangeAspect="1"/>
          </p:cNvPicPr>
          <p:nvPr/>
        </p:nvPicPr>
        <p:blipFill>
          <a:blip xmlns:r="http://schemas.openxmlformats.org/officeDocument/2006/relationships" xmlns:a="http://schemas.openxmlformats.org/drawingml/2006/main" r:embed="Rf3fa9be9fc704df7"/>
          <a:srcRect xmlns:a="http://schemas.openxmlformats.org/drawingml/2006/main" l="-1097" t="13880" r="2292" b="20740"/>
          <a:stretch xmlns:a="http://schemas.openxmlformats.org/drawingml/2006/main">
            <a:fillRect l="0" t="0" r="0" b="0"/>
          </a:stretch>
        </p:blipFill>
        <p:spPr>
          <a:xfrm xmlns:a="http://schemas.openxmlformats.org/drawingml/2006/main">
            <a:off x="6482458" y="1841342"/>
            <a:ext cx="1211132" cy="1246564"/>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pic>
        <p:nvPicPr>
          <p:cNvPr id="11" name="Picture 10">
            <a:extLst xmlns:a="http://schemas.openxmlformats.org/drawingml/2006/main">
              <a:ext uri="{FF2B5EF4-FFF2-40B4-BE49-F238E27FC236}">
                <a16:creationId xmlns:a16="http://schemas.microsoft.com/office/drawing/2014/main" id="{08ED07CF-0FA4-405C-9573-34E06F618D01}"/>
              </a:ext>
            </a:extLst>
          </p:cNvPr>
          <p:cNvPicPr>
            <a:picLocks xmlns:a="http://schemas.openxmlformats.org/drawingml/2006/main" noChangeAspect="1"/>
          </p:cNvPicPr>
          <p:nvPr/>
        </p:nvPicPr>
        <p:blipFill>
          <a:blip xmlns:r="http://schemas.openxmlformats.org/officeDocument/2006/relationships" xmlns:a="http://schemas.openxmlformats.org/drawingml/2006/main" r:embed="R5f8a1fff6ea741dd"/>
          <a:srcRect xmlns:a="http://schemas.openxmlformats.org/drawingml/2006/main" l="528" t="-60" r="-528" b="60"/>
          <a:stretch xmlns:a="http://schemas.openxmlformats.org/drawingml/2006/main">
            <a:fillRect l="0" t="0" r="0" b="0"/>
          </a:stretch>
        </p:blipFill>
        <p:spPr>
          <a:xfrm xmlns:a="http://schemas.openxmlformats.org/drawingml/2006/main">
            <a:off x="4843858" y="1841342"/>
            <a:ext cx="1211132" cy="1211132"/>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pic>
        <p:nvPicPr>
          <p:cNvPr id="13" name="Picture 12">
            <a:extLst xmlns:a="http://schemas.openxmlformats.org/drawingml/2006/main">
              <a:ext uri="{FF2B5EF4-FFF2-40B4-BE49-F238E27FC236}">
                <a16:creationId xmlns:a16="http://schemas.microsoft.com/office/drawing/2014/main" id="{93BC205C-E797-46CA-BC8C-E613D9F8AC2A}"/>
              </a:ext>
            </a:extLst>
          </p:cNvPr>
          <p:cNvPicPr>
            <a:picLocks xmlns:a="http://schemas.openxmlformats.org/drawingml/2006/main" noChangeAspect="1"/>
          </p:cNvPicPr>
          <p:nvPr/>
        </p:nvPicPr>
        <p:blipFill>
          <a:blip xmlns:r="http://schemas.openxmlformats.org/officeDocument/2006/relationships" xmlns:a="http://schemas.openxmlformats.org/drawingml/2006/main" r:embed="R53058d9659fb4930"/>
          <a:stretch xmlns:a="http://schemas.openxmlformats.org/drawingml/2006/main">
            <a:fillRect l="0" t="0" r="0" b="0"/>
          </a:stretch>
        </p:blipFill>
        <p:spPr>
          <a:xfrm xmlns:a="http://schemas.openxmlformats.org/drawingml/2006/main">
            <a:off x="3198868" y="1841343"/>
            <a:ext cx="1211132" cy="1246564"/>
          </a:xfrm>
          <a:prstGeom xmlns:a="http://schemas.openxmlformats.org/drawingml/2006/main" prst="roundRect">
            <a:avLst>
              <a:gd name="adj" fmla="val 17570"/>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pic>
        <p:nvPicPr>
          <p:cNvPr id="15" name="Picture 14">
            <a:extLst xmlns:a="http://schemas.openxmlformats.org/drawingml/2006/main">
              <a:ext uri="{FF2B5EF4-FFF2-40B4-BE49-F238E27FC236}">
                <a16:creationId xmlns:a16="http://schemas.microsoft.com/office/drawing/2014/main" id="{8FEA7C8D-B819-4B88-ACAA-79D209F2C913}"/>
              </a:ext>
            </a:extLst>
          </p:cNvPr>
          <p:cNvPicPr>
            <a:picLocks xmlns:a="http://schemas.openxmlformats.org/drawingml/2006/main" noChangeAspect="1"/>
          </p:cNvPicPr>
          <p:nvPr/>
        </p:nvPicPr>
        <p:blipFill>
          <a:blip xmlns:r="http://schemas.openxmlformats.org/officeDocument/2006/relationships" xmlns:a="http://schemas.openxmlformats.org/drawingml/2006/main" r:embed="R639248f26fb44744"/>
          <a:srcRect xmlns:a="http://schemas.openxmlformats.org/drawingml/2006/main" l="14045" t="7025" r="13573" b="9511"/>
          <a:stretch xmlns:a="http://schemas.openxmlformats.org/drawingml/2006/main">
            <a:fillRect l="0" t="0" r="0" b="0"/>
          </a:stretch>
        </p:blipFill>
        <p:spPr>
          <a:xfrm xmlns:a="http://schemas.openxmlformats.org/drawingml/2006/main">
            <a:off x="1654693" y="1845957"/>
            <a:ext cx="1211132" cy="1246565"/>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pic>
        <p:nvPicPr>
          <p:cNvPr id="116" name="">
            <a:extLst xmlns:a="http://schemas.openxmlformats.org/drawingml/2006/main">
              <a:ext uri="{FF2B5EF4-FFF2-40B4-BE49-F238E27FC236}">
                <a16:creationId xmlns:a16="http://schemas.microsoft.com/office/drawing/2014/main" id="{C124D58A-7E6A-45CA-ACD3-DF2462FD0975}"/>
              </a:ext>
            </a:extLst>
          </p:cNvPr>
          <p:cNvPicPr>
            <a:picLocks xmlns:a="http://schemas.openxmlformats.org/drawingml/2006/main" noChangeAspect="1"/>
          </p:cNvPicPr>
          <p:nvPr/>
        </p:nvPicPr>
        <p:blipFill>
          <a:blip xmlns:r="http://schemas.openxmlformats.org/officeDocument/2006/relationships" xmlns:a="http://schemas.openxmlformats.org/drawingml/2006/main" r:embed="R4070fb7a6078424b"/>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1658509616"/>
      </p:ext>
    </p:extLst>
  </p:cSld>
</p:sld>
</file>

<file path=ppt/slides/slide3.xml><?xml version="1.0" encoding="utf-8"?>
<p:sld xmlns:p="http://schemas.openxmlformats.org/presentationml/2006/main">
  <p:cSld>
    <p:bg>
      <p:bgPr>
        <a:blipFill xmlns:a="http://schemas.openxmlformats.org/drawingml/2006/main">
          <a:blip xmlns:r="http://schemas.openxmlformats.org/officeDocument/2006/relationships" r:embed="R7a9059e217714f62">
            <a:alphaModFix/>
          </a:blip>
          <a:stretch>
            <a:fillRect l="0" t="0" r="0" b="0"/>
          </a:stretch>
        </a:blipFill>
      </p:bgPr>
    </p:bg>
    <p:spTree>
      <p:nvGrpSpPr>
        <p:cNvPr id="1" name=""/>
        <p:cNvGrpSpPr/>
        <p:nvPr/>
      </p:nvGrpSpPr>
      <p:grpSpPr>
        <a:xfrm xmlns:a="http://schemas.openxmlformats.org/drawingml/2006/main"/>
      </p:grpSpPr>
      <p:sp>
        <p:nvSpPr>
          <p:cNvPr id="122" name="Google Shape;122;p27">
            <a:extLst xmlns:a="http://schemas.openxmlformats.org/drawingml/2006/main">
              <a:ext uri="{FF2B5EF4-FFF2-40B4-BE49-F238E27FC236}">
                <a16:creationId xmlns:a16="http://schemas.microsoft.com/office/drawing/2014/main" id="{CD10CB67-8633-4876-9E0D-DFE4C620D3D4}"/>
              </a:ext>
            </a:extLst>
          </p:cNvPr>
          <p:cNvSpPr>
            <a:spLocks xmlns:a="http://schemas.openxmlformats.org/drawingml/2006/main" noGrp="1"/>
          </p:cNvSpPr>
          <p:nvPr/>
        </p:nvSpPr>
        <p:spPr>
          <a:xfrm xmlns:a="http://schemas.openxmlformats.org/drawingml/2006/main">
            <a:off x="677425" y="1054150"/>
            <a:ext cx="7416900" cy="53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625" b="1">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625" b="1">
                <a:solidFill>
                  <a:srgbClr val="FFFFFF"/>
                </a:solidFill>
                <a:latin typeface="IBM Plex Sans Arabic"/>
                <a:ea typeface="IBM Plex Sans Arabic"/>
                <a:cs typeface="IBM Plex Sans Arabic"/>
              </a:defRPr>
            </a:pPr>
            <a:r>
              <a:rPr sz="2625" b="1" lang="ar-SA">
                <a:solidFill>
                  <a:srgbClr val="FFFFFF"/>
                </a:solidFill>
                <a:latin typeface="IBM Plex Sans Arabic"/>
                <a:ea typeface="IBM Plex Sans Arabic"/>
                <a:cs typeface="IBM Plex Sans Arabic"/>
              </a:rPr>
              <a:t>المحتويات</a:t>
            </a:r>
          </a:p>
        </p:txBody>
      </p:sp>
      <p:sp>
        <p:nvSpPr>
          <p:cNvPr id="123" name="Google Shape;123;p27">
            <a:extLst xmlns:a="http://schemas.openxmlformats.org/drawingml/2006/main">
              <a:ext uri="{FF2B5EF4-FFF2-40B4-BE49-F238E27FC236}">
                <a16:creationId xmlns:a16="http://schemas.microsoft.com/office/drawing/2014/main" id="{79162F97-0431-4B04-AA76-12D297A98687}"/>
              </a:ext>
            </a:extLst>
          </p:cNvPr>
          <p:cNvSpPr>
            <a:spLocks xmlns:a="http://schemas.openxmlformats.org/drawingml/2006/main" noGrp="1"/>
          </p:cNvSpPr>
          <p:nvPr/>
        </p:nvSpPr>
        <p:spPr>
          <a:xfrm xmlns:a="http://schemas.openxmlformats.org/drawingml/2006/main">
            <a:off x="6035350" y="1796425"/>
            <a:ext cx="15861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الفريق</a:t>
            </a:r>
          </a:p>
        </p:txBody>
      </p:sp>
      <p:sp>
        <p:nvSpPr>
          <p:cNvPr id="124" name="Google Shape;124;p27">
            <a:extLst xmlns:a="http://schemas.openxmlformats.org/drawingml/2006/main">
              <a:ext uri="{FF2B5EF4-FFF2-40B4-BE49-F238E27FC236}">
                <a16:creationId xmlns:a16="http://schemas.microsoft.com/office/drawing/2014/main" id="{02FFA075-0754-44BE-8C2A-4B8B7B7941AB}"/>
              </a:ext>
            </a:extLst>
          </p:cNvPr>
          <p:cNvSpPr>
            <a:spLocks xmlns:a="http://schemas.openxmlformats.org/drawingml/2006/main" noGrp="1"/>
          </p:cNvSpPr>
          <p:nvPr/>
        </p:nvSpPr>
        <p:spPr>
          <a:xfrm xmlns:a="http://schemas.openxmlformats.org/drawingml/2006/main">
            <a:off x="7697600" y="179642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90"/>
              <a:buFont typeface="Arial"/>
              <a:buNone/>
            </a:pPr>
            <a:r>
              <a:rPr sz="1300" b="1" i="0" u="none" strike="noStrike" cap="none">
                <a:solidFill>
                  <a:schemeClr val="lt1"/>
                </a:solidFill>
                <a:latin typeface="IBM Plex Sans Arabic"/>
                <a:ea typeface="IBM Plex Sans Arabic"/>
                <a:cs typeface="IBM Plex Sans Arabic"/>
              </a:rPr>
              <a:t>01</a:t>
            </a:r>
            <a:endParaRPr sz="1300" b="1" i="0" u="none" strike="noStrike" cap="none">
              <a:solidFill>
                <a:schemeClr val="lt1"/>
              </a:solidFill>
              <a:latin typeface="IBM Plex Sans Arabic"/>
              <a:ea typeface="IBM Plex Sans Arabic"/>
              <a:cs typeface="IBM Plex Sans Arabic"/>
            </a:endParaRPr>
          </a:p>
        </p:txBody>
      </p:sp>
      <p:sp>
        <p:nvSpPr>
          <p:cNvPr id="125" name="Google Shape;125;p27">
            <a:extLst xmlns:a="http://schemas.openxmlformats.org/drawingml/2006/main">
              <a:ext uri="{FF2B5EF4-FFF2-40B4-BE49-F238E27FC236}">
                <a16:creationId xmlns:a16="http://schemas.microsoft.com/office/drawing/2014/main" id="{5B0178E3-4A47-496C-93BF-CAD5D21197D4}"/>
              </a:ext>
            </a:extLst>
          </p:cNvPr>
          <p:cNvSpPr>
            <a:spLocks xmlns:a="http://schemas.openxmlformats.org/drawingml/2006/main" noGrp="1"/>
          </p:cNvSpPr>
          <p:nvPr/>
        </p:nvSpPr>
        <p:spPr>
          <a:xfrm xmlns:a="http://schemas.openxmlformats.org/drawingml/2006/main">
            <a:off x="6035350" y="2455975"/>
            <a:ext cx="15861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المشكلة والحل</a:t>
            </a:r>
          </a:p>
        </p:txBody>
      </p:sp>
      <p:sp>
        <p:nvSpPr>
          <p:cNvPr id="126" name="Google Shape;126;p27">
            <a:extLst xmlns:a="http://schemas.openxmlformats.org/drawingml/2006/main">
              <a:ext uri="{FF2B5EF4-FFF2-40B4-BE49-F238E27FC236}">
                <a16:creationId xmlns:a16="http://schemas.microsoft.com/office/drawing/2014/main" id="{512CA192-1304-4CF3-890E-0AADB595A5A8}"/>
              </a:ext>
            </a:extLst>
          </p:cNvPr>
          <p:cNvSpPr>
            <a:spLocks xmlns:a="http://schemas.openxmlformats.org/drawingml/2006/main" noGrp="1"/>
          </p:cNvSpPr>
          <p:nvPr/>
        </p:nvSpPr>
        <p:spPr>
          <a:xfrm xmlns:a="http://schemas.openxmlformats.org/drawingml/2006/main">
            <a:off x="7697600" y="245597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02</a:t>
            </a:r>
            <a:endParaRPr sz="1300" b="1" i="0" u="none" strike="noStrike" cap="none">
              <a:solidFill>
                <a:schemeClr val="lt1"/>
              </a:solidFill>
              <a:latin typeface="IBM Plex Sans Arabic"/>
              <a:ea typeface="IBM Plex Sans Arabic"/>
              <a:cs typeface="IBM Plex Sans Arabic"/>
            </a:endParaRPr>
          </a:p>
        </p:txBody>
      </p:sp>
      <p:sp>
        <p:nvSpPr>
          <p:cNvPr id="127" name="Google Shape;127;p27">
            <a:extLst xmlns:a="http://schemas.openxmlformats.org/drawingml/2006/main">
              <a:ext uri="{FF2B5EF4-FFF2-40B4-BE49-F238E27FC236}">
                <a16:creationId xmlns:a16="http://schemas.microsoft.com/office/drawing/2014/main" id="{133B6289-D361-4C3F-80D1-B35D00866135}"/>
              </a:ext>
            </a:extLst>
          </p:cNvPr>
          <p:cNvSpPr>
            <a:spLocks xmlns:a="http://schemas.openxmlformats.org/drawingml/2006/main" noGrp="1"/>
          </p:cNvSpPr>
          <p:nvPr/>
        </p:nvSpPr>
        <p:spPr>
          <a:xfrm xmlns:a="http://schemas.openxmlformats.org/drawingml/2006/main">
            <a:off x="5743275" y="3141675"/>
            <a:ext cx="18783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البيانات والتقنيات</a:t>
            </a:r>
          </a:p>
        </p:txBody>
      </p:sp>
      <p:sp>
        <p:nvSpPr>
          <p:cNvPr id="128" name="Google Shape;128;p27">
            <a:extLst xmlns:a="http://schemas.openxmlformats.org/drawingml/2006/main">
              <a:ext uri="{FF2B5EF4-FFF2-40B4-BE49-F238E27FC236}">
                <a16:creationId xmlns:a16="http://schemas.microsoft.com/office/drawing/2014/main" id="{B6295F6C-11EA-4FDD-8EC4-01D170834E75}"/>
              </a:ext>
            </a:extLst>
          </p:cNvPr>
          <p:cNvSpPr>
            <a:spLocks xmlns:a="http://schemas.openxmlformats.org/drawingml/2006/main" noGrp="1"/>
          </p:cNvSpPr>
          <p:nvPr/>
        </p:nvSpPr>
        <p:spPr>
          <a:xfrm xmlns:a="http://schemas.openxmlformats.org/drawingml/2006/main">
            <a:off x="7697600" y="314167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03</a:t>
            </a:r>
            <a:endParaRPr sz="1300" b="1" i="0" u="none" strike="noStrike" cap="none">
              <a:solidFill>
                <a:schemeClr val="lt1"/>
              </a:solidFill>
              <a:latin typeface="IBM Plex Sans Arabic"/>
              <a:ea typeface="IBM Plex Sans Arabic"/>
              <a:cs typeface="IBM Plex Sans Arabic"/>
            </a:endParaRPr>
          </a:p>
        </p:txBody>
      </p:sp>
      <p:sp>
        <p:nvSpPr>
          <p:cNvPr id="129" name="Google Shape;129;p27">
            <a:extLst xmlns:a="http://schemas.openxmlformats.org/drawingml/2006/main">
              <a:ext uri="{FF2B5EF4-FFF2-40B4-BE49-F238E27FC236}">
                <a16:creationId xmlns:a16="http://schemas.microsoft.com/office/drawing/2014/main" id="{B3EAAE81-E96D-443E-BA85-BA958343E5C5}"/>
              </a:ext>
            </a:extLst>
          </p:cNvPr>
          <p:cNvSpPr>
            <a:spLocks xmlns:a="http://schemas.openxmlformats.org/drawingml/2006/main" noGrp="1"/>
          </p:cNvSpPr>
          <p:nvPr/>
        </p:nvSpPr>
        <p:spPr>
          <a:xfrm xmlns:a="http://schemas.openxmlformats.org/drawingml/2006/main">
            <a:off x="6035350" y="3801225"/>
            <a:ext cx="15861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الفكرة والبيانات</a:t>
            </a:r>
          </a:p>
        </p:txBody>
      </p:sp>
      <p:sp>
        <p:nvSpPr>
          <p:cNvPr id="130" name="Google Shape;130;p27">
            <a:extLst xmlns:a="http://schemas.openxmlformats.org/drawingml/2006/main">
              <a:ext uri="{FF2B5EF4-FFF2-40B4-BE49-F238E27FC236}">
                <a16:creationId xmlns:a16="http://schemas.microsoft.com/office/drawing/2014/main" id="{A0E3288F-9392-45E0-9048-97999BAB1209}"/>
              </a:ext>
            </a:extLst>
          </p:cNvPr>
          <p:cNvSpPr>
            <a:spLocks xmlns:a="http://schemas.openxmlformats.org/drawingml/2006/main" noGrp="1"/>
          </p:cNvSpPr>
          <p:nvPr/>
        </p:nvSpPr>
        <p:spPr>
          <a:xfrm xmlns:a="http://schemas.openxmlformats.org/drawingml/2006/main">
            <a:off x="7697600" y="380122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04</a:t>
            </a:r>
            <a:endParaRPr sz="1300" b="1" i="0" u="none" strike="noStrike" cap="none">
              <a:solidFill>
                <a:schemeClr val="lt1"/>
              </a:solidFill>
              <a:latin typeface="IBM Plex Sans Arabic"/>
              <a:ea typeface="IBM Plex Sans Arabic"/>
              <a:cs typeface="IBM Plex Sans Arabic"/>
            </a:endParaRPr>
          </a:p>
        </p:txBody>
      </p:sp>
      <p:sp>
        <p:nvSpPr>
          <p:cNvPr id="131" name="Google Shape;131;p27">
            <a:extLst xmlns:a="http://schemas.openxmlformats.org/drawingml/2006/main">
              <a:ext uri="{FF2B5EF4-FFF2-40B4-BE49-F238E27FC236}">
                <a16:creationId xmlns:a16="http://schemas.microsoft.com/office/drawing/2014/main" id="{DE80DFF6-7FAC-43FA-951D-2A0A1D89EA88}"/>
              </a:ext>
            </a:extLst>
          </p:cNvPr>
          <p:cNvSpPr>
            <a:spLocks xmlns:a="http://schemas.openxmlformats.org/drawingml/2006/main" noGrp="1"/>
          </p:cNvSpPr>
          <p:nvPr/>
        </p:nvSpPr>
        <p:spPr>
          <a:xfrm xmlns:a="http://schemas.openxmlformats.org/drawingml/2006/main">
            <a:off x="1645150" y="1796425"/>
            <a:ext cx="37971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المواءمة والأثر</a:t>
            </a:r>
          </a:p>
        </p:txBody>
      </p:sp>
      <p:sp>
        <p:nvSpPr>
          <p:cNvPr id="132" name="Google Shape;132;p27">
            <a:extLst xmlns:a="http://schemas.openxmlformats.org/drawingml/2006/main">
              <a:ext uri="{FF2B5EF4-FFF2-40B4-BE49-F238E27FC236}">
                <a16:creationId xmlns:a16="http://schemas.microsoft.com/office/drawing/2014/main" id="{3A0DF439-CFCA-4C0E-916E-0112221A68B7}"/>
              </a:ext>
            </a:extLst>
          </p:cNvPr>
          <p:cNvSpPr>
            <a:spLocks xmlns:a="http://schemas.openxmlformats.org/drawingml/2006/main" noGrp="1"/>
          </p:cNvSpPr>
          <p:nvPr/>
        </p:nvSpPr>
        <p:spPr>
          <a:xfrm xmlns:a="http://schemas.openxmlformats.org/drawingml/2006/main">
            <a:off x="5518425" y="179642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05</a:t>
            </a:r>
            <a:endParaRPr sz="1300" b="1" i="0" u="none" strike="noStrike" cap="none">
              <a:solidFill>
                <a:schemeClr val="lt1"/>
              </a:solidFill>
              <a:latin typeface="IBM Plex Sans Arabic"/>
              <a:ea typeface="IBM Plex Sans Arabic"/>
              <a:cs typeface="IBM Plex Sans Arabic"/>
            </a:endParaRPr>
          </a:p>
        </p:txBody>
      </p:sp>
      <p:sp>
        <p:nvSpPr>
          <p:cNvPr id="133" name="Google Shape;133;p27">
            <a:extLst xmlns:a="http://schemas.openxmlformats.org/drawingml/2006/main">
              <a:ext uri="{FF2B5EF4-FFF2-40B4-BE49-F238E27FC236}">
                <a16:creationId xmlns:a16="http://schemas.microsoft.com/office/drawing/2014/main" id="{F2B3372A-B9EC-49BB-B16B-2FA10709A7A4}"/>
              </a:ext>
            </a:extLst>
          </p:cNvPr>
          <p:cNvSpPr>
            <a:spLocks xmlns:a="http://schemas.openxmlformats.org/drawingml/2006/main" noGrp="1"/>
          </p:cNvSpPr>
          <p:nvPr/>
        </p:nvSpPr>
        <p:spPr>
          <a:xfrm xmlns:a="http://schemas.openxmlformats.org/drawingml/2006/main">
            <a:off x="1100275" y="2455975"/>
            <a:ext cx="43422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التحقق والعرض</a:t>
            </a:r>
          </a:p>
        </p:txBody>
      </p:sp>
      <p:sp>
        <p:nvSpPr>
          <p:cNvPr id="134" name="Google Shape;134;p27">
            <a:extLst xmlns:a="http://schemas.openxmlformats.org/drawingml/2006/main">
              <a:ext uri="{FF2B5EF4-FFF2-40B4-BE49-F238E27FC236}">
                <a16:creationId xmlns:a16="http://schemas.microsoft.com/office/drawing/2014/main" id="{F15384E5-1F5D-4C83-8222-BF7CA87A5A8B}"/>
              </a:ext>
            </a:extLst>
          </p:cNvPr>
          <p:cNvSpPr>
            <a:spLocks xmlns:a="http://schemas.openxmlformats.org/drawingml/2006/main" noGrp="1"/>
          </p:cNvSpPr>
          <p:nvPr/>
        </p:nvSpPr>
        <p:spPr>
          <a:xfrm xmlns:a="http://schemas.openxmlformats.org/drawingml/2006/main">
            <a:off x="5518425" y="245597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06</a:t>
            </a:r>
            <a:endParaRPr sz="1300" b="1" i="0" u="none" strike="noStrike" cap="none">
              <a:solidFill>
                <a:schemeClr val="lt1"/>
              </a:solidFill>
              <a:latin typeface="IBM Plex Sans Arabic"/>
              <a:ea typeface="IBM Plex Sans Arabic"/>
              <a:cs typeface="IBM Plex Sans Arabic"/>
            </a:endParaRPr>
          </a:p>
        </p:txBody>
      </p:sp>
      <p:sp>
        <p:nvSpPr>
          <p:cNvPr id="135" name="Google Shape;135;p27">
            <a:extLst xmlns:a="http://schemas.openxmlformats.org/drawingml/2006/main">
              <a:ext uri="{FF2B5EF4-FFF2-40B4-BE49-F238E27FC236}">
                <a16:creationId xmlns:a16="http://schemas.microsoft.com/office/drawing/2014/main" id="{954D6C53-8D89-4583-9703-5CC19817C3A6}"/>
              </a:ext>
            </a:extLst>
          </p:cNvPr>
          <p:cNvSpPr>
            <a:spLocks xmlns:a="http://schemas.openxmlformats.org/drawingml/2006/main" noGrp="1"/>
          </p:cNvSpPr>
          <p:nvPr/>
        </p:nvSpPr>
        <p:spPr>
          <a:xfrm xmlns:a="http://schemas.openxmlformats.org/drawingml/2006/main">
            <a:off x="3358025" y="3141675"/>
            <a:ext cx="20844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التحديات والخطة</a:t>
            </a:r>
          </a:p>
        </p:txBody>
      </p:sp>
      <p:sp>
        <p:nvSpPr>
          <p:cNvPr id="136" name="Google Shape;136;p27">
            <a:extLst xmlns:a="http://schemas.openxmlformats.org/drawingml/2006/main">
              <a:ext uri="{FF2B5EF4-FFF2-40B4-BE49-F238E27FC236}">
                <a16:creationId xmlns:a16="http://schemas.microsoft.com/office/drawing/2014/main" id="{EE70B1F8-C99A-4150-8A37-255DC02749A5}"/>
              </a:ext>
            </a:extLst>
          </p:cNvPr>
          <p:cNvSpPr>
            <a:spLocks xmlns:a="http://schemas.openxmlformats.org/drawingml/2006/main" noGrp="1"/>
          </p:cNvSpPr>
          <p:nvPr/>
        </p:nvSpPr>
        <p:spPr>
          <a:xfrm xmlns:a="http://schemas.openxmlformats.org/drawingml/2006/main">
            <a:off x="5518425" y="3141675"/>
            <a:ext cx="384000" cy="384000"/>
          </a:xfrm>
          <a:prstGeom xmlns:a="http://schemas.openxmlformats.org/drawingml/2006/main" prst="roundRect">
            <a:avLst>
              <a:gd name="adj" fmla="val 18808"/>
            </a:avLst>
          </a:prstGeom>
          <a:solidFill xmlns:a="http://schemas.openxmlformats.org/drawingml/2006/main">
            <a:srgbClr val="46307B"/>
          </a:solidFill>
          <a:ln xmlns:a="http://schemas.openxmlformats.org/drawingml/2006/main">
            <a:noFill/>
          </a:ln>
        </p:spPr>
        <p:txBody>
          <a:bodyPr xmlns:a="http://schemas.openxmlformats.org/drawingml/2006/main" spcFirstLastPara="1" wrap="square" lIns="0" tIns="91425" rIns="0"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pPr>
            <a:r>
              <a:rPr sz="1300" b="1" i="0" u="none" strike="noStrike" cap="none">
                <a:solidFill>
                  <a:schemeClr val="lt1"/>
                </a:solidFill>
                <a:latin typeface="IBM Plex Sans Arabic"/>
                <a:ea typeface="IBM Plex Sans Arabic"/>
                <a:cs typeface="IBM Plex Sans Arabic"/>
              </a:rPr>
              <a:t>07</a:t>
            </a:r>
            <a:endParaRPr sz="1300" b="1" i="0" u="none" strike="noStrike" cap="none">
              <a:solidFill>
                <a:schemeClr val="lt1"/>
              </a:solidFill>
              <a:latin typeface="IBM Plex Sans Arabic"/>
              <a:ea typeface="IBM Plex Sans Arabic"/>
              <a:cs typeface="IBM Plex Sans Arabic"/>
            </a:endParaRPr>
          </a:p>
        </p:txBody>
      </p:sp>
      <p:pic>
        <p:nvPicPr>
          <p:cNvPr id="137" name="">
            <a:extLst xmlns:a="http://schemas.openxmlformats.org/drawingml/2006/main">
              <a:ext uri="{FF2B5EF4-FFF2-40B4-BE49-F238E27FC236}">
                <a16:creationId xmlns:a16="http://schemas.microsoft.com/office/drawing/2014/main" id="{58098D28-7C33-4C58-89B0-FF96005855EE}"/>
              </a:ext>
            </a:extLst>
          </p:cNvPr>
          <p:cNvPicPr>
            <a:picLocks xmlns:a="http://schemas.openxmlformats.org/drawingml/2006/main" noChangeAspect="1"/>
          </p:cNvPicPr>
          <p:nvPr/>
        </p:nvPicPr>
        <p:blipFill>
          <a:blip xmlns:r="http://schemas.openxmlformats.org/officeDocument/2006/relationships" xmlns:a="http://schemas.openxmlformats.org/drawingml/2006/main" r:embed="R2bd677e92d20425c"/>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1198785084"/>
      </p:ext>
    </p:extLst>
  </p:cSld>
</p:sld>
</file>

<file path=ppt/slides/slide4.xml><?xml version="1.0" encoding="utf-8"?>
<p:sld xmlns:p="http://schemas.openxmlformats.org/presentationml/2006/main">
  <p:cSld>
    <p:bg>
      <p:bgPr>
        <a:blipFill xmlns:a="http://schemas.openxmlformats.org/drawingml/2006/main">
          <a:blip xmlns:r="http://schemas.openxmlformats.org/officeDocument/2006/relationships" r:embed="Rbaf62ec2eebb409d">
            <a:alphaModFix/>
          </a:blip>
          <a:stretch>
            <a:fillRect l="0" t="0" r="0" b="0"/>
          </a:stretch>
        </a:blipFill>
      </p:bgPr>
    </p:bg>
    <p:spTree>
      <p:nvGrpSpPr>
        <p:cNvPr id="1" name=""/>
        <p:cNvGrpSpPr/>
        <p:nvPr/>
      </p:nvGrpSpPr>
      <p:grpSpPr>
        <a:xfrm xmlns:a="http://schemas.openxmlformats.org/drawingml/2006/main"/>
      </p:grpSpPr>
      <p:sp>
        <p:nvSpPr>
          <p:cNvPr id="141" name="Google Shape;141;p28">
            <a:extLst xmlns:a="http://schemas.openxmlformats.org/drawingml/2006/main">
              <a:ext uri="{FF2B5EF4-FFF2-40B4-BE49-F238E27FC236}">
                <a16:creationId xmlns:a16="http://schemas.microsoft.com/office/drawing/2014/main" id="{0A8FFB33-DE0E-47A4-A430-53C088E0873F}"/>
              </a:ext>
            </a:extLst>
          </p:cNvPr>
          <p:cNvSpPr>
            <a:spLocks xmlns:a="http://schemas.openxmlformats.org/drawingml/2006/main" noGrp="1"/>
          </p:cNvSpPr>
          <p:nvPr/>
        </p:nvSpPr>
        <p:spPr>
          <a:xfrm xmlns:a="http://schemas.openxmlformats.org/drawingml/2006/main">
            <a:off x="2286000" y="790575"/>
            <a:ext cx="61722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775" b="1">
                <a:solidFill>
                  <a:srgbClr val="FFFFFF"/>
                </a:solidFill>
                <a:latin typeface="IBM Plex Sans Arabic"/>
                <a:ea typeface="IBM Plex Sans Arabic"/>
                <a:cs typeface="IBM Plex Sans Arabic"/>
              </a:defRPr>
            </a:pPr>
            <a:r>
              <a:rPr sz="2775" b="1" lang="ar-SA">
                <a:solidFill>
                  <a:srgbClr val="FFFFFF"/>
                </a:solidFill>
                <a:latin typeface="IBM Plex Sans Arabic"/>
                <a:ea typeface="IBM Plex Sans Arabic"/>
                <a:cs typeface="IBM Plex Sans Arabic"/>
              </a:rPr>
              <a:t>المشكلة والحل</a:t>
            </a:r>
          </a:p>
        </p:txBody>
      </p:sp>
      <p:sp>
        <p:nvSpPr>
          <p:cNvPr id="142" name="Google Shape;142;p28">
            <a:extLst xmlns:a="http://schemas.openxmlformats.org/drawingml/2006/main">
              <a:ext uri="{FF2B5EF4-FFF2-40B4-BE49-F238E27FC236}">
                <a16:creationId xmlns:a16="http://schemas.microsoft.com/office/drawing/2014/main" id="{E6A67458-87FE-478F-A366-367B2AA0CD23}"/>
              </a:ext>
            </a:extLst>
          </p:cNvPr>
          <p:cNvSpPr>
            <a:spLocks xmlns:a="http://schemas.openxmlformats.org/drawingml/2006/main" noGrp="1"/>
          </p:cNvSpPr>
          <p:nvPr/>
        </p:nvSpPr>
        <p:spPr>
          <a:xfrm xmlns:a="http://schemas.openxmlformats.org/drawingml/2006/main">
            <a:off x="838200" y="1495425"/>
            <a:ext cx="76200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800"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800" b="0">
                <a:solidFill>
                  <a:srgbClr val="FFFFFF"/>
                </a:solidFill>
                <a:latin typeface="IBM Plex Sans Arabic"/>
                <a:ea typeface="IBM Plex Sans Arabic"/>
                <a:cs typeface="IBM Plex Sans Arabic"/>
              </a:defRPr>
            </a:pPr>
            <a:r>
              <a:rPr sz="1800" b="0" lang="ar-SA">
                <a:solidFill>
                  <a:srgbClr val="FFFFFF"/>
                </a:solidFill>
                <a:latin typeface="IBM Plex Sans Arabic"/>
                <a:ea typeface="IBM Plex Sans Arabic"/>
                <a:cs typeface="IBM Plex Sans Arabic"/>
              </a:rPr>
              <a:t>هل نروي الآن، وأين، وبأي كمية؟ قراءات قليلة أو قديمة قد لا تمثل المسطح كله، فتزيد مخاطر هدر الماء أو تأخير الري.</a:t>
            </a:r>
          </a:p>
        </p:txBody>
      </p:sp>
      <p:sp>
        <p:nvSpPr>
          <p:cNvPr id="143" name="Google Shape;143;p28">
            <a:extLst xmlns:a="http://schemas.openxmlformats.org/drawingml/2006/main">
              <a:ext uri="{FF2B5EF4-FFF2-40B4-BE49-F238E27FC236}">
                <a16:creationId xmlns:a16="http://schemas.microsoft.com/office/drawing/2014/main" id="{7D6DB2E4-D1A2-4EB1-BB6C-6A5A1D23CCBA}"/>
              </a:ext>
            </a:extLst>
          </p:cNvPr>
          <p:cNvSpPr>
            <a:spLocks xmlns:a="http://schemas.openxmlformats.org/drawingml/2006/main" noGrp="1"/>
          </p:cNvSpPr>
          <p:nvPr/>
        </p:nvSpPr>
        <p:spPr>
          <a:xfrm xmlns:a="http://schemas.openxmlformats.org/drawingml/2006/main">
            <a:off x="885825" y="2419350"/>
            <a:ext cx="42862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650"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يفحص أنبت الوحدة والحداثة والجودة قبل استخدام القراءة.</a:t>
            </a:r>
          </a:p>
        </p:txBody>
      </p:sp>
      <p:sp>
        <p:nvSpPr>
          <p:cNvPr id="144" name="Google Shape;144;p28">
            <a:extLst xmlns:a="http://schemas.openxmlformats.org/drawingml/2006/main">
              <a:ext uri="{FF2B5EF4-FFF2-40B4-BE49-F238E27FC236}">
                <a16:creationId xmlns:a16="http://schemas.microsoft.com/office/drawing/2014/main" id="{52E84E33-1AB4-41A1-AC46-E3EA5F4D8698}"/>
              </a:ext>
            </a:extLst>
          </p:cNvPr>
          <p:cNvSpPr>
            <a:spLocks xmlns:a="http://schemas.openxmlformats.org/drawingml/2006/main" noGrp="1"/>
          </p:cNvSpPr>
          <p:nvPr/>
        </p:nvSpPr>
        <p:spPr>
          <a:xfrm xmlns:a="http://schemas.openxmlformats.org/drawingml/2006/main">
            <a:off x="885825" y="3219450"/>
            <a:ext cx="42862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650"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يوضح فجوات التغطية ويقترح أين يسجّل الفريق قراءة جديدة.</a:t>
            </a:r>
          </a:p>
        </p:txBody>
      </p:sp>
      <p:sp>
        <p:nvSpPr>
          <p:cNvPr id="145" name="Google Shape;145;p28">
            <a:extLst xmlns:a="http://schemas.openxmlformats.org/drawingml/2006/main">
              <a:ext uri="{FF2B5EF4-FFF2-40B4-BE49-F238E27FC236}">
                <a16:creationId xmlns:a16="http://schemas.microsoft.com/office/drawing/2014/main" id="{ABFEE11A-14D4-4B6D-8033-670182186645}"/>
              </a:ext>
            </a:extLst>
          </p:cNvPr>
          <p:cNvSpPr>
            <a:spLocks xmlns:a="http://schemas.openxmlformats.org/drawingml/2006/main" noGrp="1"/>
          </p:cNvSpPr>
          <p:nvPr/>
        </p:nvSpPr>
        <p:spPr>
          <a:xfrm xmlns:a="http://schemas.openxmlformats.org/drawingml/2006/main">
            <a:off x="885825" y="4010025"/>
            <a:ext cx="42862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650"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يعرض السبب والاحتياج المشروط، ثم يفصل الاعتماد عن تسجيل التنفيذ.</a:t>
            </a:r>
          </a:p>
        </p:txBody>
      </p:sp>
      <p:sp>
        <p:nvSpPr>
          <p:cNvPr id="146" name="Google Shape;146;p28">
            <a:extLst xmlns:a="http://schemas.openxmlformats.org/drawingml/2006/main">
              <a:ext uri="{FF2B5EF4-FFF2-40B4-BE49-F238E27FC236}">
                <a16:creationId xmlns:a16="http://schemas.microsoft.com/office/drawing/2014/main" id="{820F596A-6FD8-4630-B474-F3A77B5C4A44}"/>
              </a:ext>
            </a:extLst>
          </p:cNvPr>
          <p:cNvSpPr>
            <a:spLocks xmlns:a="http://schemas.openxmlformats.org/drawingml/2006/main" noGrp="1"/>
          </p:cNvSpPr>
          <p:nvPr/>
        </p:nvSpPr>
        <p:spPr>
          <a:xfrm xmlns:a="http://schemas.openxmlformats.org/drawingml/2006/main">
            <a:off x="5429250" y="2419350"/>
            <a:ext cx="22288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800" b="1">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800" b="1">
                <a:solidFill>
                  <a:srgbClr val="FFFFFF"/>
                </a:solidFill>
                <a:latin typeface="IBM Plex Sans Arabic"/>
                <a:ea typeface="IBM Plex Sans Arabic"/>
                <a:cs typeface="IBM Plex Sans Arabic"/>
              </a:defRPr>
            </a:pPr>
            <a:r>
              <a:rPr sz="1800" b="1" lang="ar-SA">
                <a:solidFill>
                  <a:srgbClr val="FFFFFF"/>
                </a:solidFill>
                <a:latin typeface="IBM Plex Sans Arabic"/>
                <a:ea typeface="IBM Plex Sans Arabic"/>
                <a:cs typeface="IBM Plex Sans Arabic"/>
              </a:rPr>
              <a:t>قراءة موثوقة</a:t>
            </a:r>
          </a:p>
        </p:txBody>
      </p:sp>
      <p:sp>
        <p:nvSpPr>
          <p:cNvPr id="147" name="Google Shape;147;p28">
            <a:extLst xmlns:a="http://schemas.openxmlformats.org/drawingml/2006/main">
              <a:ext uri="{FF2B5EF4-FFF2-40B4-BE49-F238E27FC236}">
                <a16:creationId xmlns:a16="http://schemas.microsoft.com/office/drawing/2014/main" id="{59CB5602-A35D-4B0A-B37D-DC96300AFAEA}"/>
              </a:ext>
            </a:extLst>
          </p:cNvPr>
          <p:cNvSpPr>
            <a:spLocks xmlns:a="http://schemas.openxmlformats.org/drawingml/2006/main" noGrp="1"/>
          </p:cNvSpPr>
          <p:nvPr/>
        </p:nvSpPr>
        <p:spPr>
          <a:xfrm xmlns:a="http://schemas.openxmlformats.org/drawingml/2006/main">
            <a:off x="5429250" y="3219450"/>
            <a:ext cx="22288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800" b="1">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800" b="1">
                <a:solidFill>
                  <a:srgbClr val="FFFFFF"/>
                </a:solidFill>
                <a:latin typeface="IBM Plex Sans Arabic"/>
                <a:ea typeface="IBM Plex Sans Arabic"/>
                <a:cs typeface="IBM Plex Sans Arabic"/>
              </a:defRPr>
            </a:pPr>
            <a:r>
              <a:rPr sz="1800" b="1" lang="ar-SA">
                <a:solidFill>
                  <a:srgbClr val="FFFFFF"/>
                </a:solidFill>
                <a:latin typeface="IBM Plex Sans Arabic"/>
                <a:ea typeface="IBM Plex Sans Arabic"/>
                <a:cs typeface="IBM Plex Sans Arabic"/>
              </a:rPr>
              <a:t>القياس التالي</a:t>
            </a:r>
          </a:p>
        </p:txBody>
      </p:sp>
      <p:sp>
        <p:nvSpPr>
          <p:cNvPr id="148" name="Google Shape;148;p28">
            <a:extLst xmlns:a="http://schemas.openxmlformats.org/drawingml/2006/main">
              <a:ext uri="{FF2B5EF4-FFF2-40B4-BE49-F238E27FC236}">
                <a16:creationId xmlns:a16="http://schemas.microsoft.com/office/drawing/2014/main" id="{99DCEA5F-C3B9-499B-BD75-95F103F3353B}"/>
              </a:ext>
            </a:extLst>
          </p:cNvPr>
          <p:cNvSpPr>
            <a:spLocks xmlns:a="http://schemas.openxmlformats.org/drawingml/2006/main" noGrp="1"/>
          </p:cNvSpPr>
          <p:nvPr/>
        </p:nvSpPr>
        <p:spPr>
          <a:xfrm xmlns:a="http://schemas.openxmlformats.org/drawingml/2006/main">
            <a:off x="5429250" y="4010025"/>
            <a:ext cx="22288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800" b="1">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800" b="1">
                <a:solidFill>
                  <a:srgbClr val="FFFFFF"/>
                </a:solidFill>
                <a:latin typeface="IBM Plex Sans Arabic"/>
                <a:ea typeface="IBM Plex Sans Arabic"/>
                <a:cs typeface="IBM Plex Sans Arabic"/>
              </a:defRPr>
            </a:pPr>
            <a:r>
              <a:rPr sz="1800" b="1" lang="ar-SA">
                <a:solidFill>
                  <a:srgbClr val="FFFFFF"/>
                </a:solidFill>
                <a:latin typeface="IBM Plex Sans Arabic"/>
                <a:ea typeface="IBM Plex Sans Arabic"/>
                <a:cs typeface="IBM Plex Sans Arabic"/>
              </a:rPr>
              <a:t>قرار واضح</a:t>
            </a:r>
          </a:p>
        </p:txBody>
      </p:sp>
      <p:pic>
        <p:nvPicPr>
          <p:cNvPr id="150" name="Google Shape;150;p28">
            <a:extLst xmlns:a="http://schemas.openxmlformats.org/drawingml/2006/main">
              <a:ext uri="{FF2B5EF4-FFF2-40B4-BE49-F238E27FC236}">
                <a16:creationId xmlns:a16="http://schemas.microsoft.com/office/drawing/2014/main" id="{407436FA-256D-4FF9-B197-44A25389816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7baba636a7848c2">
            <a:alphaModFix/>
          </a:blip>
          <a:srcRect xmlns:a="http://schemas.openxmlformats.org/drawingml/2006/main" l="0" t="0" r="0" b="0"/>
          <a:stretch xmlns:a="http://schemas.openxmlformats.org/drawingml/2006/main"/>
        </p:blipFill>
        <p:spPr>
          <a:xfrm xmlns:a="http://schemas.openxmlformats.org/drawingml/2006/main" rot="0" flipH="0" flipV="0">
            <a:off x="8020812" y="2310188"/>
            <a:ext cx="388475" cy="388475"/>
          </a:xfrm>
          <a:prstGeom xmlns:a="http://schemas.openxmlformats.org/drawingml/2006/main" prst="rect">
            <a:avLst/>
          </a:prstGeom>
          <a:ln xmlns:a="http://schemas.openxmlformats.org/drawingml/2006/main">
            <a:noFill/>
          </a:ln>
        </p:spPr>
      </p:pic>
      <p:pic>
        <p:nvPicPr>
          <p:cNvPr id="151" name="Google Shape;151;p28">
            <a:extLst xmlns:a="http://schemas.openxmlformats.org/drawingml/2006/main">
              <a:ext uri="{FF2B5EF4-FFF2-40B4-BE49-F238E27FC236}">
                <a16:creationId xmlns:a16="http://schemas.microsoft.com/office/drawing/2014/main" id="{1FF8D6DB-126C-4625-A990-5D1B666413B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631e1da30ed439f">
            <a:alphaModFix/>
          </a:blip>
          <a:srcRect xmlns:a="http://schemas.openxmlformats.org/drawingml/2006/main" l="0" t="0" r="0" b="0"/>
          <a:stretch xmlns:a="http://schemas.openxmlformats.org/drawingml/2006/main"/>
        </p:blipFill>
        <p:spPr>
          <a:xfrm xmlns:a="http://schemas.openxmlformats.org/drawingml/2006/main" rot="0" flipH="0" flipV="0">
            <a:off x="7972475" y="2059231"/>
            <a:ext cx="485125" cy="485125"/>
          </a:xfrm>
          <a:prstGeom xmlns:a="http://schemas.openxmlformats.org/drawingml/2006/main" prst="rect">
            <a:avLst/>
          </a:prstGeom>
          <a:ln xmlns:a="http://schemas.openxmlformats.org/drawingml/2006/main">
            <a:noFill/>
          </a:ln>
        </p:spPr>
      </p:pic>
      <p:pic>
        <p:nvPicPr>
          <p:cNvPr id="153" name="Google Shape;153;p28">
            <a:extLst xmlns:a="http://schemas.openxmlformats.org/drawingml/2006/main">
              <a:ext uri="{FF2B5EF4-FFF2-40B4-BE49-F238E27FC236}">
                <a16:creationId xmlns:a16="http://schemas.microsoft.com/office/drawing/2014/main" id="{F9E29439-2B19-4C16-B15E-EA85493027A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6897e2ae1ad4c1d">
            <a:alphaModFix/>
          </a:blip>
          <a:srcRect xmlns:a="http://schemas.openxmlformats.org/drawingml/2006/main" l="0" t="0" r="0" b="0"/>
          <a:stretch xmlns:a="http://schemas.openxmlformats.org/drawingml/2006/main"/>
        </p:blipFill>
        <p:spPr>
          <a:xfrm xmlns:a="http://schemas.openxmlformats.org/drawingml/2006/main" rot="0" flipH="0" flipV="0">
            <a:off x="8020800" y="2848776"/>
            <a:ext cx="388475" cy="388475"/>
          </a:xfrm>
          <a:prstGeom xmlns:a="http://schemas.openxmlformats.org/drawingml/2006/main" prst="rect">
            <a:avLst/>
          </a:prstGeom>
          <a:ln xmlns:a="http://schemas.openxmlformats.org/drawingml/2006/main">
            <a:noFill/>
          </a:ln>
        </p:spPr>
      </p:pic>
      <p:pic>
        <p:nvPicPr>
          <p:cNvPr id="154" name="Google Shape;154;p28">
            <a:extLst xmlns:a="http://schemas.openxmlformats.org/drawingml/2006/main">
              <a:ext uri="{FF2B5EF4-FFF2-40B4-BE49-F238E27FC236}">
                <a16:creationId xmlns:a16="http://schemas.microsoft.com/office/drawing/2014/main" id="{4CCB80E7-1BEF-4B46-A8F3-D1EC6C52782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7baba636a7848c2">
            <a:alphaModFix/>
          </a:blip>
          <a:srcRect xmlns:a="http://schemas.openxmlformats.org/drawingml/2006/main" l="0" t="0" r="0" b="0"/>
          <a:stretch xmlns:a="http://schemas.openxmlformats.org/drawingml/2006/main"/>
        </p:blipFill>
        <p:spPr>
          <a:xfrm xmlns:a="http://schemas.openxmlformats.org/drawingml/2006/main" rot="0" flipH="0" flipV="0">
            <a:off x="8020800" y="3044614"/>
            <a:ext cx="388475" cy="388475"/>
          </a:xfrm>
          <a:prstGeom xmlns:a="http://schemas.openxmlformats.org/drawingml/2006/main" prst="rect">
            <a:avLst/>
          </a:prstGeom>
          <a:ln xmlns:a="http://schemas.openxmlformats.org/drawingml/2006/main">
            <a:noFill/>
          </a:ln>
        </p:spPr>
      </p:pic>
      <p:pic>
        <p:nvPicPr>
          <p:cNvPr id="156" name="Google Shape;156;p28">
            <a:extLst xmlns:a="http://schemas.openxmlformats.org/drawingml/2006/main">
              <a:ext uri="{FF2B5EF4-FFF2-40B4-BE49-F238E27FC236}">
                <a16:creationId xmlns:a16="http://schemas.microsoft.com/office/drawing/2014/main" id="{E5F9E8C8-39B2-47A3-884A-E14E9D6942E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bbd8a96f9f34a02">
            <a:alphaModFix/>
          </a:blip>
          <a:srcRect xmlns:a="http://schemas.openxmlformats.org/drawingml/2006/main" l="0" t="0" r="0" b="0"/>
          <a:stretch xmlns:a="http://schemas.openxmlformats.org/drawingml/2006/main"/>
        </p:blipFill>
        <p:spPr>
          <a:xfrm xmlns:a="http://schemas.openxmlformats.org/drawingml/2006/main" rot="0" flipH="0" flipV="0">
            <a:off x="8003424" y="3583230"/>
            <a:ext cx="423224" cy="423250"/>
          </a:xfrm>
          <a:prstGeom xmlns:a="http://schemas.openxmlformats.org/drawingml/2006/main" prst="rect">
            <a:avLst/>
          </a:prstGeom>
          <a:ln xmlns:a="http://schemas.openxmlformats.org/drawingml/2006/main">
            <a:noFill/>
          </a:ln>
        </p:spPr>
      </p:pic>
      <p:pic>
        <p:nvPicPr>
          <p:cNvPr id="157" name="Google Shape;157;p28">
            <a:extLst xmlns:a="http://schemas.openxmlformats.org/drawingml/2006/main">
              <a:ext uri="{FF2B5EF4-FFF2-40B4-BE49-F238E27FC236}">
                <a16:creationId xmlns:a16="http://schemas.microsoft.com/office/drawing/2014/main" id="{96460E8A-FB70-459E-A968-3E0F545CEC2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7baba636a7848c2">
            <a:alphaModFix/>
          </a:blip>
          <a:srcRect xmlns:a="http://schemas.openxmlformats.org/drawingml/2006/main" l="0" t="0" r="0" b="0"/>
          <a:stretch xmlns:a="http://schemas.openxmlformats.org/drawingml/2006/main"/>
        </p:blipFill>
        <p:spPr>
          <a:xfrm xmlns:a="http://schemas.openxmlformats.org/drawingml/2006/main" rot="0" flipH="0" flipV="0">
            <a:off x="8038175" y="3760352"/>
            <a:ext cx="388475" cy="388475"/>
          </a:xfrm>
          <a:prstGeom xmlns:a="http://schemas.openxmlformats.org/drawingml/2006/main" prst="rect">
            <a:avLst/>
          </a:prstGeom>
          <a:ln xmlns:a="http://schemas.openxmlformats.org/drawingml/2006/main">
            <a:noFill/>
          </a:ln>
        </p:spPr>
      </p:pic>
      <p:pic>
        <p:nvPicPr>
          <p:cNvPr id="158" name="">
            <a:extLst xmlns:a="http://schemas.openxmlformats.org/drawingml/2006/main">
              <a:ext uri="{FF2B5EF4-FFF2-40B4-BE49-F238E27FC236}">
                <a16:creationId xmlns:a16="http://schemas.microsoft.com/office/drawing/2014/main" id="{CFF82867-2623-4D00-8C6C-99566BC961BE}"/>
              </a:ext>
            </a:extLst>
          </p:cNvPr>
          <p:cNvPicPr>
            <a:picLocks xmlns:a="http://schemas.openxmlformats.org/drawingml/2006/main" noChangeAspect="1"/>
          </p:cNvPicPr>
          <p:nvPr/>
        </p:nvPicPr>
        <p:blipFill>
          <a:blip xmlns:r="http://schemas.openxmlformats.org/officeDocument/2006/relationships" xmlns:a="http://schemas.openxmlformats.org/drawingml/2006/main" r:embed="R4e8724ef1f3b446a"/>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2114439862"/>
      </p:ext>
    </p:extLst>
  </p:cSld>
</p:sld>
</file>

<file path=ppt/slides/slide5.xml><?xml version="1.0" encoding="utf-8"?>
<p:sld xmlns:p="http://schemas.openxmlformats.org/presentationml/2006/main">
  <p:cSld>
    <p:bg>
      <p:bgPr>
        <a:blipFill xmlns:a="http://schemas.openxmlformats.org/drawingml/2006/main">
          <a:blip xmlns:r="http://schemas.openxmlformats.org/officeDocument/2006/relationships" r:embed="R0d1404bca40b4be7">
            <a:alphaModFix/>
          </a:blip>
          <a:stretch>
            <a:fillRect l="0" t="0" r="0" b="0"/>
          </a:stretch>
        </a:blipFill>
      </p:bgPr>
    </p:bg>
    <p:spTree>
      <p:nvGrpSpPr>
        <p:cNvPr id="1" name=""/>
        <p:cNvGrpSpPr/>
        <p:nvPr/>
      </p:nvGrpSpPr>
      <p:grpSpPr>
        <a:xfrm xmlns:a="http://schemas.openxmlformats.org/drawingml/2006/main"/>
      </p:grpSpPr>
      <p:sp>
        <p:nvSpPr>
          <p:cNvPr id="162" name="Google Shape;162;p29">
            <a:extLst xmlns:a="http://schemas.openxmlformats.org/drawingml/2006/main">
              <a:ext uri="{FF2B5EF4-FFF2-40B4-BE49-F238E27FC236}">
                <a16:creationId xmlns:a16="http://schemas.microsoft.com/office/drawing/2014/main" id="{E2D3FE25-B2DB-4EF0-A239-3C425F55B411}"/>
              </a:ext>
            </a:extLst>
          </p:cNvPr>
          <p:cNvSpPr>
            <a:spLocks xmlns:a="http://schemas.openxmlformats.org/drawingml/2006/main" noGrp="1"/>
          </p:cNvSpPr>
          <p:nvPr/>
        </p:nvSpPr>
        <p:spPr>
          <a:xfrm xmlns:a="http://schemas.openxmlformats.org/drawingml/2006/main">
            <a:off x="2286000" y="790575"/>
            <a:ext cx="61722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775" b="1">
                <a:solidFill>
                  <a:srgbClr val="FFFFFF"/>
                </a:solidFill>
                <a:latin typeface="IBM Plex Sans Arabic"/>
                <a:ea typeface="IBM Plex Sans Arabic"/>
                <a:cs typeface="IBM Plex Sans Arabic"/>
              </a:defRPr>
            </a:pPr>
            <a:r>
              <a:rPr sz="2775" b="1" lang="ar-SA">
                <a:solidFill>
                  <a:srgbClr val="FFFFFF"/>
                </a:solidFill>
                <a:latin typeface="IBM Plex Sans Arabic"/>
                <a:ea typeface="IBM Plex Sans Arabic"/>
                <a:cs typeface="IBM Plex Sans Arabic"/>
              </a:rPr>
              <a:t>البيانات المستخدمة</a:t>
            </a:r>
          </a:p>
        </p:txBody>
      </p:sp>
      <p:sp>
        <p:nvSpPr>
          <p:cNvPr id="163" name="Google Shape;163;p29">
            <a:extLst xmlns:a="http://schemas.openxmlformats.org/drawingml/2006/main">
              <a:ext uri="{FF2B5EF4-FFF2-40B4-BE49-F238E27FC236}">
                <a16:creationId xmlns:a16="http://schemas.microsoft.com/office/drawing/2014/main" id="{2A3FAF5A-69FA-4C1B-B6FC-9F87B622D107}"/>
              </a:ext>
            </a:extLst>
          </p:cNvPr>
          <p:cNvSpPr>
            <a:spLocks xmlns:a="http://schemas.openxmlformats.org/drawingml/2006/main" noGrp="1"/>
          </p:cNvSpPr>
          <p:nvPr/>
        </p:nvSpPr>
        <p:spPr>
          <a:xfrm xmlns:a="http://schemas.openxmlformats.org/drawingml/2006/main">
            <a:off x="885825" y="1457325"/>
            <a:ext cx="7572375"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72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نفصل مصدر كل قيمة: قراءة محفوظة، أو تقدير، أو افتراض محاكاة.</a:t>
            </a:r>
          </a:p>
        </p:txBody>
      </p:sp>
      <p:sp>
        <p:nvSpPr>
          <p:cNvPr id="164" name="Google Shape;164;p29">
            <a:extLst xmlns:a="http://schemas.openxmlformats.org/drawingml/2006/main">
              <a:ext uri="{FF2B5EF4-FFF2-40B4-BE49-F238E27FC236}">
                <a16:creationId xmlns:a16="http://schemas.microsoft.com/office/drawing/2014/main" id="{F6C635D4-08B9-4FD7-A70B-4AE61874F9BA}"/>
              </a:ext>
            </a:extLst>
          </p:cNvPr>
          <p:cNvSpPr>
            <a:spLocks xmlns:a="http://schemas.openxmlformats.org/drawingml/2006/main" noGrp="1"/>
          </p:cNvSpPr>
          <p:nvPr/>
        </p:nvSpPr>
        <p:spPr>
          <a:xfrm xmlns:a="http://schemas.openxmlformats.org/drawingml/2006/main">
            <a:off x="885825" y="2076450"/>
            <a:ext cx="7572375" cy="1190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650"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الموقع: قراءات يدوية ومولّدة للعرض، ومعايير نبات وتربة.</a:t>
            </a:r>
          </a:p>
          <a:p xmlns:a="http://schemas.openxmlformats.org/drawingml/2006/main">
            <a:pPr algn="r" rtl="1">
              <a:lnSpc>
                <a:spcPct val="117000"/>
              </a:lnSpc>
              <a:spcBef>
                <a:spcPts val="0"/>
              </a:spcBef>
              <a:spcAft>
                <a:spcPts val="0"/>
              </a:spcAft>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المستكشف: أسماء نباتات ومدن ومطابقات مرجعية.</a:t>
            </a:r>
          </a:p>
          <a:p xmlns:a="http://schemas.openxmlformats.org/drawingml/2006/main">
            <a:pPr algn="r" rtl="1">
              <a:lnSpc>
                <a:spcPct val="117000"/>
              </a:lnSpc>
              <a:spcBef>
                <a:spcPts val="0"/>
              </a:spcBef>
              <a:spcAft>
                <a:spcPts val="0"/>
              </a:spcAft>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التوأم: طقس وحساسات افتراضية، و15,420 سجلًا اصطناعيًا للبحث.</a:t>
            </a:r>
          </a:p>
        </p:txBody>
      </p:sp>
      <p:pic>
        <p:nvPicPr>
          <p:cNvPr id="165" name="Google Shape;165;p29">
            <a:extLst xmlns:a="http://schemas.openxmlformats.org/drawingml/2006/main">
              <a:ext uri="{FF2B5EF4-FFF2-40B4-BE49-F238E27FC236}">
                <a16:creationId xmlns:a16="http://schemas.microsoft.com/office/drawing/2014/main" id="{B0AA0C4E-D2CA-45E6-9221-C2E6EF0A13D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f9f28b9c79418d">
            <a:alphaModFix/>
          </a:blip>
          <a:srcRect xmlns:a="http://schemas.openxmlformats.org/drawingml/2006/main" l="0" t="0" r="0" b="0"/>
          <a:stretch xmlns:a="http://schemas.openxmlformats.org/drawingml/2006/main"/>
        </p:blipFill>
        <p:spPr>
          <a:xfrm xmlns:a="http://schemas.openxmlformats.org/drawingml/2006/main">
            <a:off x="2047875" y="3381375"/>
            <a:ext cx="2171700" cy="1047750"/>
          </a:xfrm>
          <a:prstGeom xmlns:a="http://schemas.openxmlformats.org/drawingml/2006/main" prst="rect">
            <a:avLst/>
          </a:prstGeom>
          <a:ln xmlns:a="http://schemas.openxmlformats.org/drawingml/2006/main">
            <a:noFill/>
          </a:ln>
        </p:spPr>
      </p:pic>
      <p:sp>
        <p:nvSpPr>
          <p:cNvPr id="166" name="Google Shape;166;p29">
            <a:extLst xmlns:a="http://schemas.openxmlformats.org/drawingml/2006/main">
              <a:ext uri="{FF2B5EF4-FFF2-40B4-BE49-F238E27FC236}">
                <a16:creationId xmlns:a16="http://schemas.microsoft.com/office/drawing/2014/main" id="{9E870D32-4DA7-4EA1-88AA-0863E6DD741E}"/>
              </a:ext>
            </a:extLst>
          </p:cNvPr>
          <p:cNvSpPr>
            <a:spLocks xmlns:a="http://schemas.openxmlformats.org/drawingml/2006/main" noGrp="1"/>
          </p:cNvSpPr>
          <p:nvPr/>
        </p:nvSpPr>
        <p:spPr>
          <a:xfrm xmlns:a="http://schemas.openxmlformats.org/drawingml/2006/main">
            <a:off x="2219325" y="3467100"/>
            <a:ext cx="18288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475" b="1">
                <a:solidFill>
                  <a:srgbClr val="FFFFFF"/>
                </a:solidFill>
                <a:latin typeface="IBM Plex Sans Arabic"/>
                <a:ea typeface="IBM Plex Sans Arabic"/>
                <a:cs typeface="IBM Plex Sans Arabic"/>
              </a:defRPr>
            </a:defPPr>
          </a:lstStyle>
          <a:p xmlns:a="http://schemas.openxmlformats.org/drawingml/2006/main">
            <a:pPr algn="ctr">
              <a:lnSpc>
                <a:spcPct val="117000"/>
              </a:lnSpc>
              <a:spcBef>
                <a:spcPts val="0"/>
              </a:spcBef>
              <a:spcAft>
                <a:spcPts val="0"/>
              </a:spcAft>
              <a:buNone/>
              <a:defRPr sz="2475" b="1">
                <a:solidFill>
                  <a:srgbClr val="FFFFFF"/>
                </a:solidFill>
                <a:latin typeface="IBM Plex Sans Arabic"/>
                <a:ea typeface="IBM Plex Sans Arabic"/>
                <a:cs typeface="IBM Plex Sans Arabic"/>
              </a:defRPr>
            </a:pPr>
            <a:r>
              <a:rPr sz="2475" b="1">
                <a:solidFill>
                  <a:srgbClr val="FFFFFF"/>
                </a:solidFill>
                <a:latin typeface="IBM Plex Sans Arabic"/>
                <a:ea typeface="IBM Plex Sans Arabic"/>
                <a:cs typeface="IBM Plex Sans Arabic"/>
              </a:rPr>
              <a:t>17</a:t>
            </a:r>
          </a:p>
        </p:txBody>
      </p:sp>
      <p:sp>
        <p:nvSpPr>
          <p:cNvPr id="167" name="Google Shape;167;p29">
            <a:extLst xmlns:a="http://schemas.openxmlformats.org/drawingml/2006/main">
              <a:ext uri="{FF2B5EF4-FFF2-40B4-BE49-F238E27FC236}">
                <a16:creationId xmlns:a16="http://schemas.microsoft.com/office/drawing/2014/main" id="{6F7DF7FE-662A-4659-B5B0-4AA7E2D86564}"/>
              </a:ext>
            </a:extLst>
          </p:cNvPr>
          <p:cNvSpPr>
            <a:spLocks xmlns:a="http://schemas.openxmlformats.org/drawingml/2006/main" noGrp="1"/>
          </p:cNvSpPr>
          <p:nvPr/>
        </p:nvSpPr>
        <p:spPr>
          <a:xfrm xmlns:a="http://schemas.openxmlformats.org/drawingml/2006/main">
            <a:off x="2095500" y="3924300"/>
            <a:ext cx="20764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00" b="0">
                <a:solidFill>
                  <a:srgbClr val="FFFFFF"/>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1500" b="0">
                <a:solidFill>
                  <a:srgbClr val="FFFFFF"/>
                </a:solidFill>
                <a:latin typeface="IBM Plex Sans Arabic"/>
                <a:ea typeface="IBM Plex Sans Arabic"/>
                <a:cs typeface="IBM Plex Sans Arabic"/>
              </a:defRPr>
            </a:pPr>
            <a:r>
              <a:rPr sz="1500" b="0" lang="ar-SA">
                <a:solidFill>
                  <a:srgbClr val="FFFFFF"/>
                </a:solidFill>
                <a:latin typeface="IBM Plex Sans Arabic"/>
                <a:ea typeface="IBM Plex Sans Arabic"/>
                <a:cs typeface="IBM Plex Sans Arabic"/>
              </a:rPr>
              <a:t>نباتًا في المستكشف</a:t>
            </a:r>
          </a:p>
        </p:txBody>
      </p:sp>
      <p:pic>
        <p:nvPicPr>
          <p:cNvPr id="168" name="Google Shape;168;p29">
            <a:extLst xmlns:a="http://schemas.openxmlformats.org/drawingml/2006/main">
              <a:ext uri="{FF2B5EF4-FFF2-40B4-BE49-F238E27FC236}">
                <a16:creationId xmlns:a16="http://schemas.microsoft.com/office/drawing/2014/main" id="{EFDD0122-2B7B-4BD0-9499-D6D5F928A80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f9f28b9c79418d">
            <a:alphaModFix/>
          </a:blip>
          <a:srcRect xmlns:a="http://schemas.openxmlformats.org/drawingml/2006/main" l="0" t="0" r="0" b="0"/>
          <a:stretch xmlns:a="http://schemas.openxmlformats.org/drawingml/2006/main"/>
        </p:blipFill>
        <p:spPr>
          <a:xfrm xmlns:a="http://schemas.openxmlformats.org/drawingml/2006/main">
            <a:off x="4238625" y="3381375"/>
            <a:ext cx="2171700" cy="1047750"/>
          </a:xfrm>
          <a:prstGeom xmlns:a="http://schemas.openxmlformats.org/drawingml/2006/main" prst="rect">
            <a:avLst/>
          </a:prstGeom>
          <a:ln xmlns:a="http://schemas.openxmlformats.org/drawingml/2006/main">
            <a:noFill/>
          </a:ln>
        </p:spPr>
      </p:pic>
      <p:sp>
        <p:nvSpPr>
          <p:cNvPr id="169" name="Google Shape;169;p29">
            <a:extLst xmlns:a="http://schemas.openxmlformats.org/drawingml/2006/main">
              <a:ext uri="{FF2B5EF4-FFF2-40B4-BE49-F238E27FC236}">
                <a16:creationId xmlns:a16="http://schemas.microsoft.com/office/drawing/2014/main" id="{FDCF554D-BB72-4D0D-9C3C-D652DED0C563}"/>
              </a:ext>
            </a:extLst>
          </p:cNvPr>
          <p:cNvSpPr>
            <a:spLocks xmlns:a="http://schemas.openxmlformats.org/drawingml/2006/main" noGrp="1"/>
          </p:cNvSpPr>
          <p:nvPr/>
        </p:nvSpPr>
        <p:spPr>
          <a:xfrm xmlns:a="http://schemas.openxmlformats.org/drawingml/2006/main">
            <a:off x="4410075" y="3467100"/>
            <a:ext cx="18288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475" b="1">
                <a:solidFill>
                  <a:srgbClr val="FFFFFF"/>
                </a:solidFill>
                <a:latin typeface="IBM Plex Sans Arabic"/>
                <a:ea typeface="IBM Plex Sans Arabic"/>
                <a:cs typeface="IBM Plex Sans Arabic"/>
              </a:defRPr>
            </a:defPPr>
          </a:lstStyle>
          <a:p xmlns:a="http://schemas.openxmlformats.org/drawingml/2006/main">
            <a:pPr algn="ctr">
              <a:lnSpc>
                <a:spcPct val="117000"/>
              </a:lnSpc>
              <a:spcBef>
                <a:spcPts val="0"/>
              </a:spcBef>
              <a:spcAft>
                <a:spcPts val="0"/>
              </a:spcAft>
              <a:buNone/>
              <a:defRPr sz="2475" b="1">
                <a:solidFill>
                  <a:srgbClr val="FFFFFF"/>
                </a:solidFill>
                <a:latin typeface="IBM Plex Sans Arabic"/>
                <a:ea typeface="IBM Plex Sans Arabic"/>
                <a:cs typeface="IBM Plex Sans Arabic"/>
              </a:defRPr>
            </a:pPr>
            <a:r>
              <a:rPr sz="2475" b="1">
                <a:solidFill>
                  <a:srgbClr val="FFFFFF"/>
                </a:solidFill>
                <a:latin typeface="IBM Plex Sans Arabic"/>
                <a:ea typeface="IBM Plex Sans Arabic"/>
                <a:cs typeface="IBM Plex Sans Arabic"/>
              </a:rPr>
              <a:t>14</a:t>
            </a:r>
          </a:p>
        </p:txBody>
      </p:sp>
      <p:sp>
        <p:nvSpPr>
          <p:cNvPr id="170" name="Google Shape;170;p29">
            <a:extLst xmlns:a="http://schemas.openxmlformats.org/drawingml/2006/main">
              <a:ext uri="{FF2B5EF4-FFF2-40B4-BE49-F238E27FC236}">
                <a16:creationId xmlns:a16="http://schemas.microsoft.com/office/drawing/2014/main" id="{27C45B49-2BEA-4CA8-A66D-7F57B3B1E269}"/>
              </a:ext>
            </a:extLst>
          </p:cNvPr>
          <p:cNvSpPr>
            <a:spLocks xmlns:a="http://schemas.openxmlformats.org/drawingml/2006/main" noGrp="1"/>
          </p:cNvSpPr>
          <p:nvPr/>
        </p:nvSpPr>
        <p:spPr>
          <a:xfrm xmlns:a="http://schemas.openxmlformats.org/drawingml/2006/main">
            <a:off x="4286250" y="3924300"/>
            <a:ext cx="20764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00" b="0">
                <a:solidFill>
                  <a:srgbClr val="FFFFFF"/>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1500" b="0">
                <a:solidFill>
                  <a:srgbClr val="FFFFFF"/>
                </a:solidFill>
                <a:latin typeface="IBM Plex Sans Arabic"/>
                <a:ea typeface="IBM Plex Sans Arabic"/>
                <a:cs typeface="IBM Plex Sans Arabic"/>
              </a:defRPr>
            </a:pPr>
            <a:r>
              <a:rPr sz="1500" b="0" lang="ar-SA">
                <a:solidFill>
                  <a:srgbClr val="FFFFFF"/>
                </a:solidFill>
                <a:latin typeface="IBM Plex Sans Arabic"/>
                <a:ea typeface="IBM Plex Sans Arabic"/>
                <a:cs typeface="IBM Plex Sans Arabic"/>
              </a:rPr>
              <a:t>مدينة</a:t>
            </a:r>
          </a:p>
        </p:txBody>
      </p:sp>
      <p:pic>
        <p:nvPicPr>
          <p:cNvPr id="171" name="Google Shape;171;p29">
            <a:extLst xmlns:a="http://schemas.openxmlformats.org/drawingml/2006/main">
              <a:ext uri="{FF2B5EF4-FFF2-40B4-BE49-F238E27FC236}">
                <a16:creationId xmlns:a16="http://schemas.microsoft.com/office/drawing/2014/main" id="{DF424F73-1199-4AF5-A184-263A6B95A09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f9f28b9c79418d">
            <a:alphaModFix/>
          </a:blip>
          <a:srcRect xmlns:a="http://schemas.openxmlformats.org/drawingml/2006/main" l="0" t="0" r="0" b="0"/>
          <a:stretch xmlns:a="http://schemas.openxmlformats.org/drawingml/2006/main"/>
        </p:blipFill>
        <p:spPr>
          <a:xfrm xmlns:a="http://schemas.openxmlformats.org/drawingml/2006/main">
            <a:off x="6429375" y="3381375"/>
            <a:ext cx="2171700" cy="1047750"/>
          </a:xfrm>
          <a:prstGeom xmlns:a="http://schemas.openxmlformats.org/drawingml/2006/main" prst="rect">
            <a:avLst/>
          </a:prstGeom>
          <a:ln xmlns:a="http://schemas.openxmlformats.org/drawingml/2006/main">
            <a:noFill/>
          </a:ln>
        </p:spPr>
      </p:pic>
      <p:sp>
        <p:nvSpPr>
          <p:cNvPr id="172" name="Google Shape;172;p29">
            <a:extLst xmlns:a="http://schemas.openxmlformats.org/drawingml/2006/main">
              <a:ext uri="{FF2B5EF4-FFF2-40B4-BE49-F238E27FC236}">
                <a16:creationId xmlns:a16="http://schemas.microsoft.com/office/drawing/2014/main" id="{D9E57660-416E-4E01-A009-5243E35933C7}"/>
              </a:ext>
            </a:extLst>
          </p:cNvPr>
          <p:cNvSpPr>
            <a:spLocks xmlns:a="http://schemas.openxmlformats.org/drawingml/2006/main" noGrp="1"/>
          </p:cNvSpPr>
          <p:nvPr/>
        </p:nvSpPr>
        <p:spPr>
          <a:xfrm xmlns:a="http://schemas.openxmlformats.org/drawingml/2006/main">
            <a:off x="6600825" y="3467100"/>
            <a:ext cx="18288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475" b="1">
                <a:solidFill>
                  <a:srgbClr val="FFFFFF"/>
                </a:solidFill>
                <a:latin typeface="IBM Plex Sans Arabic"/>
                <a:ea typeface="IBM Plex Sans Arabic"/>
                <a:cs typeface="IBM Plex Sans Arabic"/>
              </a:defRPr>
            </a:defPPr>
          </a:lstStyle>
          <a:p xmlns:a="http://schemas.openxmlformats.org/drawingml/2006/main">
            <a:pPr algn="ctr">
              <a:lnSpc>
                <a:spcPct val="117000"/>
              </a:lnSpc>
              <a:spcBef>
                <a:spcPts val="0"/>
              </a:spcBef>
              <a:spcAft>
                <a:spcPts val="0"/>
              </a:spcAft>
              <a:buNone/>
              <a:defRPr sz="2475" b="1">
                <a:solidFill>
                  <a:srgbClr val="FFFFFF"/>
                </a:solidFill>
                <a:latin typeface="IBM Plex Sans Arabic"/>
                <a:ea typeface="IBM Plex Sans Arabic"/>
                <a:cs typeface="IBM Plex Sans Arabic"/>
              </a:defRPr>
            </a:pPr>
            <a:r>
              <a:rPr sz="2475" b="1">
                <a:solidFill>
                  <a:srgbClr val="FFFFFF"/>
                </a:solidFill>
                <a:latin typeface="IBM Plex Sans Arabic"/>
                <a:ea typeface="IBM Plex Sans Arabic"/>
                <a:cs typeface="IBM Plex Sans Arabic"/>
              </a:rPr>
              <a:t>5</a:t>
            </a:r>
          </a:p>
        </p:txBody>
      </p:sp>
      <p:sp>
        <p:nvSpPr>
          <p:cNvPr id="173" name="Google Shape;173;p29">
            <a:extLst xmlns:a="http://schemas.openxmlformats.org/drawingml/2006/main">
              <a:ext uri="{FF2B5EF4-FFF2-40B4-BE49-F238E27FC236}">
                <a16:creationId xmlns:a16="http://schemas.microsoft.com/office/drawing/2014/main" id="{019AFD92-AEDE-40A3-8CE0-59A0760E6220}"/>
              </a:ext>
            </a:extLst>
          </p:cNvPr>
          <p:cNvSpPr>
            <a:spLocks xmlns:a="http://schemas.openxmlformats.org/drawingml/2006/main" noGrp="1"/>
          </p:cNvSpPr>
          <p:nvPr/>
        </p:nvSpPr>
        <p:spPr>
          <a:xfrm xmlns:a="http://schemas.openxmlformats.org/drawingml/2006/main">
            <a:off x="6477000" y="3924300"/>
            <a:ext cx="20764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1500" b="0">
                <a:solidFill>
                  <a:srgbClr val="FFFFFF"/>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1500" b="0">
                <a:solidFill>
                  <a:srgbClr val="FFFFFF"/>
                </a:solidFill>
                <a:latin typeface="IBM Plex Sans Arabic"/>
                <a:ea typeface="IBM Plex Sans Arabic"/>
                <a:cs typeface="IBM Plex Sans Arabic"/>
              </a:defRPr>
            </a:pPr>
            <a:r>
              <a:rPr sz="1500" b="0" lang="ar-SA">
                <a:solidFill>
                  <a:srgbClr val="FFFFFF"/>
                </a:solidFill>
                <a:latin typeface="IBM Plex Sans Arabic"/>
                <a:ea typeface="IBM Plex Sans Arabic"/>
                <a:cs typeface="IBM Plex Sans Arabic"/>
              </a:rPr>
              <a:t>مناطق عرض</a:t>
            </a:r>
          </a:p>
        </p:txBody>
      </p:sp>
      <p:pic>
        <p:nvPicPr>
          <p:cNvPr id="174" name="">
            <a:extLst xmlns:a="http://schemas.openxmlformats.org/drawingml/2006/main">
              <a:ext uri="{FF2B5EF4-FFF2-40B4-BE49-F238E27FC236}">
                <a16:creationId xmlns:a16="http://schemas.microsoft.com/office/drawing/2014/main" id="{DCC76520-6641-4DF5-B5AC-FD30A2D292B7}"/>
              </a:ext>
            </a:extLst>
          </p:cNvPr>
          <p:cNvPicPr>
            <a:picLocks xmlns:a="http://schemas.openxmlformats.org/drawingml/2006/main" noChangeAspect="1"/>
          </p:cNvPicPr>
          <p:nvPr/>
        </p:nvPicPr>
        <p:blipFill>
          <a:blip xmlns:r="http://schemas.openxmlformats.org/officeDocument/2006/relationships" xmlns:a="http://schemas.openxmlformats.org/drawingml/2006/main" r:embed="Rb5c2e3f5dee74fa7"/>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340491866"/>
      </p:ext>
    </p:extLst>
  </p:cSld>
</p:sld>
</file>

<file path=ppt/slides/slide6.xml><?xml version="1.0" encoding="utf-8"?>
<p:sld xmlns:p="http://schemas.openxmlformats.org/presentationml/2006/main">
  <p:cSld>
    <p:bg>
      <p:bgPr>
        <a:blipFill xmlns:a="http://schemas.openxmlformats.org/drawingml/2006/main">
          <a:blip xmlns:r="http://schemas.openxmlformats.org/officeDocument/2006/relationships" r:embed="R4d565a34d16a467a">
            <a:alphaModFix/>
          </a:blip>
          <a:stretch>
            <a:fillRect l="0" t="0" r="0" b="0"/>
          </a:stretch>
        </a:blipFill>
      </p:bgPr>
    </p:bg>
    <p:spTree>
      <p:nvGrpSpPr>
        <p:cNvPr id="1" name=""/>
        <p:cNvGrpSpPr/>
        <p:nvPr/>
      </p:nvGrpSpPr>
      <p:grpSpPr>
        <a:xfrm xmlns:a="http://schemas.openxmlformats.org/drawingml/2006/main"/>
      </p:grpSpPr>
      <p:sp>
        <p:nvSpPr>
          <p:cNvPr id="178" name="Google Shape;178;p30">
            <a:extLst xmlns:a="http://schemas.openxmlformats.org/drawingml/2006/main">
              <a:ext uri="{FF2B5EF4-FFF2-40B4-BE49-F238E27FC236}">
                <a16:creationId xmlns:a16="http://schemas.microsoft.com/office/drawing/2014/main" id="{A84D93A6-FC21-4161-810A-4FAB2A13A72B}"/>
              </a:ext>
            </a:extLst>
          </p:cNvPr>
          <p:cNvSpPr>
            <a:spLocks xmlns:a="http://schemas.openxmlformats.org/drawingml/2006/main" noGrp="1"/>
          </p:cNvSpPr>
          <p:nvPr/>
        </p:nvSpPr>
        <p:spPr>
          <a:xfrm xmlns:a="http://schemas.openxmlformats.org/drawingml/2006/main">
            <a:off x="2286000" y="790575"/>
            <a:ext cx="61722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775" b="1">
                <a:solidFill>
                  <a:srgbClr val="FFFFFF"/>
                </a:solidFill>
                <a:latin typeface="IBM Plex Sans Arabic"/>
                <a:ea typeface="IBM Plex Sans Arabic"/>
                <a:cs typeface="IBM Plex Sans Arabic"/>
              </a:defRPr>
            </a:pPr>
            <a:r>
              <a:rPr sz="2775" b="1" lang="ar-SA">
                <a:solidFill>
                  <a:srgbClr val="FFFFFF"/>
                </a:solidFill>
                <a:latin typeface="IBM Plex Sans Arabic"/>
                <a:ea typeface="IBM Plex Sans Arabic"/>
                <a:cs typeface="IBM Plex Sans Arabic"/>
              </a:rPr>
              <a:t>التقنيات المستخدمة</a:t>
            </a:r>
          </a:p>
        </p:txBody>
      </p:sp>
      <p:sp>
        <p:nvSpPr>
          <p:cNvPr id="179" name="Google Shape;179;p30">
            <a:extLst xmlns:a="http://schemas.openxmlformats.org/drawingml/2006/main">
              <a:ext uri="{FF2B5EF4-FFF2-40B4-BE49-F238E27FC236}">
                <a16:creationId xmlns:a16="http://schemas.microsoft.com/office/drawing/2014/main" id="{D4D41E15-F23C-4D7D-9AB7-DDADA974B978}"/>
              </a:ext>
            </a:extLst>
          </p:cNvPr>
          <p:cNvSpPr>
            <a:spLocks xmlns:a="http://schemas.openxmlformats.org/drawingml/2006/main" noGrp="1"/>
          </p:cNvSpPr>
          <p:nvPr/>
        </p:nvSpPr>
        <p:spPr>
          <a:xfrm xmlns:a="http://schemas.openxmlformats.org/drawingml/2006/main">
            <a:off x="4581425" y="1678103"/>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38" b="0">
                <a:solidFill>
                  <a:srgbClr val="FFFFFF"/>
                </a:solidFill>
                <a:latin typeface="IBM Plex Sans Arabic"/>
                <a:ea typeface="IBM Plex Sans Arabic"/>
                <a:cs typeface="IBM Plex Sans Arabic"/>
              </a:defRPr>
            </a:defPPr>
          </a:lstStyle>
          <a:p xmlns:a="http://schemas.openxmlformats.org/drawingml/2006/main">
            <a:pPr algn="r">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a:solidFill>
                  <a:srgbClr val="FFFFFF"/>
                </a:solidFill>
                <a:latin typeface="IBM Plex Sans Arabic"/>
                <a:ea typeface="IBM Plex Sans Arabic"/>
                <a:cs typeface="IBM Plex Sans Arabic"/>
              </a:rPr>
              <a:t>Next.js / React / TypeScript</a:t>
            </a:r>
          </a:p>
          <a:p xmlns:a="http://schemas.openxmlformats.org/drawingml/2006/main">
            <a:pPr algn="r" rtl="1">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lang="ar-SA">
                <a:solidFill>
                  <a:srgbClr val="FFFFFF"/>
                </a:solidFill>
                <a:latin typeface="IBM Plex Sans Arabic"/>
                <a:ea typeface="IBM Plex Sans Arabic"/>
                <a:cs typeface="IBM Plex Sans Arabic"/>
              </a:rPr>
              <a:t>واجهة متجاوبة بالعربية والإنجليزية</a:t>
            </a:r>
          </a:p>
        </p:txBody>
      </p:sp>
      <p:pic>
        <p:nvPicPr>
          <p:cNvPr id="181" name="Google Shape;181;p30">
            <a:extLst xmlns:a="http://schemas.openxmlformats.org/drawingml/2006/main">
              <a:ext uri="{FF2B5EF4-FFF2-40B4-BE49-F238E27FC236}">
                <a16:creationId xmlns:a16="http://schemas.microsoft.com/office/drawing/2014/main" id="{BC752849-5A59-4C91-BA90-2092116B70C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ccbb35e878f4f57">
            <a:alphaModFix/>
          </a:blip>
          <a:srcRect xmlns:a="http://schemas.openxmlformats.org/drawingml/2006/main" l="0" t="0" r="0" b="0"/>
          <a:stretch xmlns:a="http://schemas.openxmlformats.org/drawingml/2006/main"/>
        </p:blipFill>
        <p:spPr>
          <a:xfrm xmlns:a="http://schemas.openxmlformats.org/drawingml/2006/main" rot="0" flipH="0" flipV="0">
            <a:off x="7888787" y="1919407"/>
            <a:ext cx="388475" cy="388475"/>
          </a:xfrm>
          <a:prstGeom xmlns:a="http://schemas.openxmlformats.org/drawingml/2006/main" prst="rect">
            <a:avLst/>
          </a:prstGeom>
          <a:ln xmlns:a="http://schemas.openxmlformats.org/drawingml/2006/main">
            <a:noFill/>
          </a:ln>
        </p:spPr>
      </p:pic>
      <p:pic>
        <p:nvPicPr>
          <p:cNvPr id="182" name="Google Shape;182;p30">
            <a:extLst xmlns:a="http://schemas.openxmlformats.org/drawingml/2006/main">
              <a:ext uri="{FF2B5EF4-FFF2-40B4-BE49-F238E27FC236}">
                <a16:creationId xmlns:a16="http://schemas.microsoft.com/office/drawing/2014/main" id="{59873915-2944-434D-A3FB-0004F33D3A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7c025cdc18249bc">
            <a:alphaModFix/>
          </a:blip>
          <a:srcRect xmlns:a="http://schemas.openxmlformats.org/drawingml/2006/main" l="0" t="0" r="0" b="0"/>
          <a:stretch xmlns:a="http://schemas.openxmlformats.org/drawingml/2006/main"/>
        </p:blipFill>
        <p:spPr>
          <a:xfrm xmlns:a="http://schemas.openxmlformats.org/drawingml/2006/main" rot="0" flipH="0" flipV="0">
            <a:off x="7840450" y="1668450"/>
            <a:ext cx="485125" cy="485125"/>
          </a:xfrm>
          <a:prstGeom xmlns:a="http://schemas.openxmlformats.org/drawingml/2006/main" prst="rect">
            <a:avLst/>
          </a:prstGeom>
          <a:ln xmlns:a="http://schemas.openxmlformats.org/drawingml/2006/main">
            <a:noFill/>
          </a:ln>
        </p:spPr>
      </p:pic>
      <p:sp>
        <p:nvSpPr>
          <p:cNvPr id="183" name="Google Shape;183;p30">
            <a:extLst xmlns:a="http://schemas.openxmlformats.org/drawingml/2006/main">
              <a:ext uri="{FF2B5EF4-FFF2-40B4-BE49-F238E27FC236}">
                <a16:creationId xmlns:a16="http://schemas.microsoft.com/office/drawing/2014/main" id="{DCBCCAF7-777B-41D8-84B3-AC7308071D2C}"/>
              </a:ext>
            </a:extLst>
          </p:cNvPr>
          <p:cNvSpPr>
            <a:spLocks xmlns:a="http://schemas.openxmlformats.org/drawingml/2006/main" noGrp="1"/>
          </p:cNvSpPr>
          <p:nvPr/>
        </p:nvSpPr>
        <p:spPr>
          <a:xfrm xmlns:a="http://schemas.openxmlformats.org/drawingml/2006/main">
            <a:off x="577925" y="1678103"/>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38" b="0">
                <a:solidFill>
                  <a:srgbClr val="FFFFFF"/>
                </a:solidFill>
                <a:latin typeface="IBM Plex Sans Arabic"/>
                <a:ea typeface="IBM Plex Sans Arabic"/>
                <a:cs typeface="IBM Plex Sans Arabic"/>
              </a:defRPr>
            </a:defPPr>
          </a:lstStyle>
          <a:p xmlns:a="http://schemas.openxmlformats.org/drawingml/2006/main">
            <a:pPr algn="r">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a:solidFill>
                  <a:srgbClr val="FFFFFF"/>
                </a:solidFill>
                <a:latin typeface="IBM Plex Sans Arabic"/>
                <a:ea typeface="IBM Plex Sans Arabic"/>
                <a:cs typeface="IBM Plex Sans Arabic"/>
              </a:rPr>
              <a:t>Python / FastAPI / Pydantic</a:t>
            </a:r>
          </a:p>
          <a:p xmlns:a="http://schemas.openxmlformats.org/drawingml/2006/main">
            <a:pPr algn="r" rtl="1">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lang="ar-SA">
                <a:solidFill>
                  <a:srgbClr val="FFFFFF"/>
                </a:solidFill>
                <a:latin typeface="IBM Plex Sans Arabic"/>
                <a:ea typeface="IBM Plex Sans Arabic"/>
                <a:cs typeface="IBM Plex Sans Arabic"/>
              </a:rPr>
              <a:t>خدمات التطبيق والتحقق من المدخلات</a:t>
            </a:r>
          </a:p>
        </p:txBody>
      </p:sp>
      <p:pic>
        <p:nvPicPr>
          <p:cNvPr id="185" name="Google Shape;185;p30">
            <a:extLst xmlns:a="http://schemas.openxmlformats.org/drawingml/2006/main">
              <a:ext uri="{FF2B5EF4-FFF2-40B4-BE49-F238E27FC236}">
                <a16:creationId xmlns:a16="http://schemas.microsoft.com/office/drawing/2014/main" id="{9A181876-5BD2-4349-AE4C-3A07CEC02BE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ccbb35e878f4f57">
            <a:alphaModFix/>
          </a:blip>
          <a:srcRect xmlns:a="http://schemas.openxmlformats.org/drawingml/2006/main" l="0" t="0" r="0" b="0"/>
          <a:stretch xmlns:a="http://schemas.openxmlformats.org/drawingml/2006/main"/>
        </p:blipFill>
        <p:spPr>
          <a:xfrm xmlns:a="http://schemas.openxmlformats.org/drawingml/2006/main" rot="0" flipH="0" flipV="0">
            <a:off x="3885287" y="1919407"/>
            <a:ext cx="388475" cy="388475"/>
          </a:xfrm>
          <a:prstGeom xmlns:a="http://schemas.openxmlformats.org/drawingml/2006/main" prst="rect">
            <a:avLst/>
          </a:prstGeom>
          <a:ln xmlns:a="http://schemas.openxmlformats.org/drawingml/2006/main">
            <a:noFill/>
          </a:ln>
        </p:spPr>
      </p:pic>
      <p:pic>
        <p:nvPicPr>
          <p:cNvPr id="186" name="Google Shape;186;p30">
            <a:extLst xmlns:a="http://schemas.openxmlformats.org/drawingml/2006/main">
              <a:ext uri="{FF2B5EF4-FFF2-40B4-BE49-F238E27FC236}">
                <a16:creationId xmlns:a16="http://schemas.microsoft.com/office/drawing/2014/main" id="{02111048-799E-460D-9F55-5380355FAF6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7c025cdc18249bc">
            <a:alphaModFix/>
          </a:blip>
          <a:srcRect xmlns:a="http://schemas.openxmlformats.org/drawingml/2006/main" l="0" t="0" r="0" b="0"/>
          <a:stretch xmlns:a="http://schemas.openxmlformats.org/drawingml/2006/main"/>
        </p:blipFill>
        <p:spPr>
          <a:xfrm xmlns:a="http://schemas.openxmlformats.org/drawingml/2006/main" rot="0" flipH="0" flipV="0">
            <a:off x="3836950" y="1668450"/>
            <a:ext cx="485125" cy="485125"/>
          </a:xfrm>
          <a:prstGeom xmlns:a="http://schemas.openxmlformats.org/drawingml/2006/main" prst="rect">
            <a:avLst/>
          </a:prstGeom>
          <a:ln xmlns:a="http://schemas.openxmlformats.org/drawingml/2006/main">
            <a:noFill/>
          </a:ln>
        </p:spPr>
      </p:pic>
      <p:sp>
        <p:nvSpPr>
          <p:cNvPr id="187" name="Google Shape;187;p30">
            <a:extLst xmlns:a="http://schemas.openxmlformats.org/drawingml/2006/main">
              <a:ext uri="{FF2B5EF4-FFF2-40B4-BE49-F238E27FC236}">
                <a16:creationId xmlns:a16="http://schemas.microsoft.com/office/drawing/2014/main" id="{95011ECF-8BBC-4E0A-AE7A-3581A5D8AAB6}"/>
              </a:ext>
            </a:extLst>
          </p:cNvPr>
          <p:cNvSpPr>
            <a:spLocks xmlns:a="http://schemas.openxmlformats.org/drawingml/2006/main" noGrp="1"/>
          </p:cNvSpPr>
          <p:nvPr/>
        </p:nvSpPr>
        <p:spPr>
          <a:xfrm xmlns:a="http://schemas.openxmlformats.org/drawingml/2006/main">
            <a:off x="4581425" y="2764090"/>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38" b="0">
                <a:solidFill>
                  <a:srgbClr val="FFFFFF"/>
                </a:solidFill>
                <a:latin typeface="IBM Plex Sans Arabic"/>
                <a:ea typeface="IBM Plex Sans Arabic"/>
                <a:cs typeface="IBM Plex Sans Arabic"/>
              </a:defRPr>
            </a:defPPr>
          </a:lstStyle>
          <a:p xmlns:a="http://schemas.openxmlformats.org/drawingml/2006/main">
            <a:pPr algn="r">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a:solidFill>
                  <a:srgbClr val="FFFFFF"/>
                </a:solidFill>
                <a:latin typeface="IBM Plex Sans Arabic"/>
                <a:ea typeface="IBM Plex Sans Arabic"/>
                <a:cs typeface="IBM Plex Sans Arabic"/>
              </a:rPr>
              <a:t>SQLModel / SQLite</a:t>
            </a:r>
          </a:p>
          <a:p xmlns:a="http://schemas.openxmlformats.org/drawingml/2006/main">
            <a:pPr algn="r" rtl="1">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lang="ar-SA">
                <a:solidFill>
                  <a:srgbClr val="FFFFFF"/>
                </a:solidFill>
                <a:latin typeface="IBM Plex Sans Arabic"/>
                <a:ea typeface="IBM Plex Sans Arabic"/>
                <a:cs typeface="IBM Plex Sans Arabic"/>
              </a:rPr>
              <a:t>حفظ القراءات والقرارات وأحداث الري</a:t>
            </a:r>
          </a:p>
        </p:txBody>
      </p:sp>
      <p:pic>
        <p:nvPicPr>
          <p:cNvPr id="189" name="Google Shape;189;p30">
            <a:extLst xmlns:a="http://schemas.openxmlformats.org/drawingml/2006/main">
              <a:ext uri="{FF2B5EF4-FFF2-40B4-BE49-F238E27FC236}">
                <a16:creationId xmlns:a16="http://schemas.microsoft.com/office/drawing/2014/main" id="{AD9E1CFD-A645-4ADB-B4B0-68FA5E1CE80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ccbb35e878f4f57">
            <a:alphaModFix/>
          </a:blip>
          <a:srcRect xmlns:a="http://schemas.openxmlformats.org/drawingml/2006/main" l="0" t="0" r="0" b="0"/>
          <a:stretch xmlns:a="http://schemas.openxmlformats.org/drawingml/2006/main"/>
        </p:blipFill>
        <p:spPr>
          <a:xfrm xmlns:a="http://schemas.openxmlformats.org/drawingml/2006/main" rot="0" flipH="0" flipV="0">
            <a:off x="7888787" y="3005394"/>
            <a:ext cx="388475" cy="388475"/>
          </a:xfrm>
          <a:prstGeom xmlns:a="http://schemas.openxmlformats.org/drawingml/2006/main" prst="rect">
            <a:avLst/>
          </a:prstGeom>
          <a:ln xmlns:a="http://schemas.openxmlformats.org/drawingml/2006/main">
            <a:noFill/>
          </a:ln>
        </p:spPr>
      </p:pic>
      <p:pic>
        <p:nvPicPr>
          <p:cNvPr id="190" name="Google Shape;190;p30">
            <a:extLst xmlns:a="http://schemas.openxmlformats.org/drawingml/2006/main">
              <a:ext uri="{FF2B5EF4-FFF2-40B4-BE49-F238E27FC236}">
                <a16:creationId xmlns:a16="http://schemas.microsoft.com/office/drawing/2014/main" id="{C25DD1F4-B26D-45EC-AEB0-2F306152A4B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7c025cdc18249bc">
            <a:alphaModFix/>
          </a:blip>
          <a:srcRect xmlns:a="http://schemas.openxmlformats.org/drawingml/2006/main" l="0" t="0" r="0" b="0"/>
          <a:stretch xmlns:a="http://schemas.openxmlformats.org/drawingml/2006/main"/>
        </p:blipFill>
        <p:spPr>
          <a:xfrm xmlns:a="http://schemas.openxmlformats.org/drawingml/2006/main" rot="0" flipH="0" flipV="0">
            <a:off x="7840450" y="2754437"/>
            <a:ext cx="485125" cy="485125"/>
          </a:xfrm>
          <a:prstGeom xmlns:a="http://schemas.openxmlformats.org/drawingml/2006/main" prst="rect">
            <a:avLst/>
          </a:prstGeom>
          <a:ln xmlns:a="http://schemas.openxmlformats.org/drawingml/2006/main">
            <a:noFill/>
          </a:ln>
        </p:spPr>
      </p:pic>
      <p:sp>
        <p:nvSpPr>
          <p:cNvPr id="191" name="Google Shape;191;p30">
            <a:extLst xmlns:a="http://schemas.openxmlformats.org/drawingml/2006/main">
              <a:ext uri="{FF2B5EF4-FFF2-40B4-BE49-F238E27FC236}">
                <a16:creationId xmlns:a16="http://schemas.microsoft.com/office/drawing/2014/main" id="{AE382C69-BA34-4218-9EDD-7488959FE1DD}"/>
              </a:ext>
            </a:extLst>
          </p:cNvPr>
          <p:cNvSpPr>
            <a:spLocks xmlns:a="http://schemas.openxmlformats.org/drawingml/2006/main" noGrp="1"/>
          </p:cNvSpPr>
          <p:nvPr/>
        </p:nvSpPr>
        <p:spPr>
          <a:xfrm xmlns:a="http://schemas.openxmlformats.org/drawingml/2006/main">
            <a:off x="577925" y="2764090"/>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38"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lang="ar-SA">
                <a:solidFill>
                  <a:srgbClr val="FFFFFF"/>
                </a:solidFill>
                <a:latin typeface="IBM Plex Sans Arabic"/>
                <a:ea typeface="IBM Plex Sans Arabic"/>
                <a:cs typeface="IBM Plex Sans Arabic"/>
              </a:rPr>
              <a:t>قواعد القرار والتحليل المكاني</a:t>
            </a:r>
          </a:p>
          <a:p xmlns:a="http://schemas.openxmlformats.org/drawingml/2006/main">
            <a:pPr algn="r" rtl="1">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lang="ar-SA">
                <a:solidFill>
                  <a:srgbClr val="FFFFFF"/>
                </a:solidFill>
                <a:latin typeface="IBM Plex Sans Arabic"/>
                <a:ea typeface="IBM Plex Sans Arabic"/>
                <a:cs typeface="IBM Plex Sans Arabic"/>
              </a:rPr>
              <a:t>تغطية هندسية واقتراح نقطة قياس</a:t>
            </a:r>
          </a:p>
        </p:txBody>
      </p:sp>
      <p:pic>
        <p:nvPicPr>
          <p:cNvPr id="193" name="Google Shape;193;p30">
            <a:extLst xmlns:a="http://schemas.openxmlformats.org/drawingml/2006/main">
              <a:ext uri="{FF2B5EF4-FFF2-40B4-BE49-F238E27FC236}">
                <a16:creationId xmlns:a16="http://schemas.microsoft.com/office/drawing/2014/main" id="{40F1837E-050F-471A-8571-95AEEAE138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ccbb35e878f4f57">
            <a:alphaModFix/>
          </a:blip>
          <a:srcRect xmlns:a="http://schemas.openxmlformats.org/drawingml/2006/main" l="0" t="0" r="0" b="0"/>
          <a:stretch xmlns:a="http://schemas.openxmlformats.org/drawingml/2006/main"/>
        </p:blipFill>
        <p:spPr>
          <a:xfrm xmlns:a="http://schemas.openxmlformats.org/drawingml/2006/main" rot="0" flipH="0" flipV="0">
            <a:off x="3885287" y="3005394"/>
            <a:ext cx="388475" cy="388475"/>
          </a:xfrm>
          <a:prstGeom xmlns:a="http://schemas.openxmlformats.org/drawingml/2006/main" prst="rect">
            <a:avLst/>
          </a:prstGeom>
          <a:ln xmlns:a="http://schemas.openxmlformats.org/drawingml/2006/main">
            <a:noFill/>
          </a:ln>
        </p:spPr>
      </p:pic>
      <p:pic>
        <p:nvPicPr>
          <p:cNvPr id="194" name="Google Shape;194;p30">
            <a:extLst xmlns:a="http://schemas.openxmlformats.org/drawingml/2006/main">
              <a:ext uri="{FF2B5EF4-FFF2-40B4-BE49-F238E27FC236}">
                <a16:creationId xmlns:a16="http://schemas.microsoft.com/office/drawing/2014/main" id="{DB9F83B2-FD4B-481E-8B89-BF85735A8ED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7c025cdc18249bc">
            <a:alphaModFix/>
          </a:blip>
          <a:srcRect xmlns:a="http://schemas.openxmlformats.org/drawingml/2006/main" l="0" t="0" r="0" b="0"/>
          <a:stretch xmlns:a="http://schemas.openxmlformats.org/drawingml/2006/main"/>
        </p:blipFill>
        <p:spPr>
          <a:xfrm xmlns:a="http://schemas.openxmlformats.org/drawingml/2006/main" rot="0" flipH="0" flipV="0">
            <a:off x="3836950" y="2754437"/>
            <a:ext cx="485125" cy="485125"/>
          </a:xfrm>
          <a:prstGeom xmlns:a="http://schemas.openxmlformats.org/drawingml/2006/main" prst="rect">
            <a:avLst/>
          </a:prstGeom>
          <a:ln xmlns:a="http://schemas.openxmlformats.org/drawingml/2006/main">
            <a:noFill/>
          </a:ln>
        </p:spPr>
      </p:pic>
      <p:sp>
        <p:nvSpPr>
          <p:cNvPr id="195" name="Google Shape;195;p30">
            <a:extLst xmlns:a="http://schemas.openxmlformats.org/drawingml/2006/main">
              <a:ext uri="{FF2B5EF4-FFF2-40B4-BE49-F238E27FC236}">
                <a16:creationId xmlns:a16="http://schemas.microsoft.com/office/drawing/2014/main" id="{ED96F20C-12E9-4EEA-A62A-58E258EEAF0C}"/>
              </a:ext>
            </a:extLst>
          </p:cNvPr>
          <p:cNvSpPr>
            <a:spLocks xmlns:a="http://schemas.openxmlformats.org/drawingml/2006/main" noGrp="1"/>
          </p:cNvSpPr>
          <p:nvPr/>
        </p:nvSpPr>
        <p:spPr>
          <a:xfrm xmlns:a="http://schemas.openxmlformats.org/drawingml/2006/main">
            <a:off x="4581425" y="3850078"/>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38" b="0">
                <a:solidFill>
                  <a:srgbClr val="FFFFFF"/>
                </a:solidFill>
                <a:latin typeface="IBM Plex Sans Arabic"/>
                <a:ea typeface="IBM Plex Sans Arabic"/>
                <a:cs typeface="IBM Plex Sans Arabic"/>
              </a:defRPr>
            </a:defPPr>
          </a:lstStyle>
          <a:p xmlns:a="http://schemas.openxmlformats.org/drawingml/2006/main">
            <a:pPr algn="r">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a:solidFill>
                  <a:srgbClr val="FFFFFF"/>
                </a:solidFill>
                <a:latin typeface="IBM Plex Sans Arabic"/>
                <a:ea typeface="IBM Plex Sans Arabic"/>
                <a:cs typeface="IBM Plex Sans Arabic"/>
              </a:rPr>
              <a:t>SVG / Recharts / CSV</a:t>
            </a:r>
          </a:p>
          <a:p xmlns:a="http://schemas.openxmlformats.org/drawingml/2006/main">
            <a:pPr algn="r" rtl="1">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lang="ar-SA">
                <a:solidFill>
                  <a:srgbClr val="FFFFFF"/>
                </a:solidFill>
                <a:latin typeface="IBM Plex Sans Arabic"/>
                <a:ea typeface="IBM Plex Sans Arabic"/>
                <a:cs typeface="IBM Plex Sans Arabic"/>
              </a:rPr>
              <a:t>الخريطة والرسوم والتقارير والطباعة</a:t>
            </a:r>
          </a:p>
        </p:txBody>
      </p:sp>
      <p:pic>
        <p:nvPicPr>
          <p:cNvPr id="197" name="Google Shape;197;p30">
            <a:extLst xmlns:a="http://schemas.openxmlformats.org/drawingml/2006/main">
              <a:ext uri="{FF2B5EF4-FFF2-40B4-BE49-F238E27FC236}">
                <a16:creationId xmlns:a16="http://schemas.microsoft.com/office/drawing/2014/main" id="{A64B60CB-BD0D-4513-9B2E-CC5F8154A04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ccbb35e878f4f57">
            <a:alphaModFix/>
          </a:blip>
          <a:srcRect xmlns:a="http://schemas.openxmlformats.org/drawingml/2006/main" l="0" t="0" r="0" b="0"/>
          <a:stretch xmlns:a="http://schemas.openxmlformats.org/drawingml/2006/main"/>
        </p:blipFill>
        <p:spPr>
          <a:xfrm xmlns:a="http://schemas.openxmlformats.org/drawingml/2006/main" rot="0" flipH="0" flipV="0">
            <a:off x="7888787" y="4091382"/>
            <a:ext cx="388475" cy="388475"/>
          </a:xfrm>
          <a:prstGeom xmlns:a="http://schemas.openxmlformats.org/drawingml/2006/main" prst="rect">
            <a:avLst/>
          </a:prstGeom>
          <a:ln xmlns:a="http://schemas.openxmlformats.org/drawingml/2006/main">
            <a:noFill/>
          </a:ln>
        </p:spPr>
      </p:pic>
      <p:pic>
        <p:nvPicPr>
          <p:cNvPr id="198" name="Google Shape;198;p30">
            <a:extLst xmlns:a="http://schemas.openxmlformats.org/drawingml/2006/main">
              <a:ext uri="{FF2B5EF4-FFF2-40B4-BE49-F238E27FC236}">
                <a16:creationId xmlns:a16="http://schemas.microsoft.com/office/drawing/2014/main" id="{CC7AB1B4-FF12-407E-AB39-977FE976BFB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7c025cdc18249bc">
            <a:alphaModFix/>
          </a:blip>
          <a:srcRect xmlns:a="http://schemas.openxmlformats.org/drawingml/2006/main" l="0" t="0" r="0" b="0"/>
          <a:stretch xmlns:a="http://schemas.openxmlformats.org/drawingml/2006/main"/>
        </p:blipFill>
        <p:spPr>
          <a:xfrm xmlns:a="http://schemas.openxmlformats.org/drawingml/2006/main" rot="0" flipH="0" flipV="0">
            <a:off x="7840450" y="3840425"/>
            <a:ext cx="485125" cy="485125"/>
          </a:xfrm>
          <a:prstGeom xmlns:a="http://schemas.openxmlformats.org/drawingml/2006/main" prst="rect">
            <a:avLst/>
          </a:prstGeom>
          <a:ln xmlns:a="http://schemas.openxmlformats.org/drawingml/2006/main">
            <a:noFill/>
          </a:ln>
        </p:spPr>
      </p:pic>
      <p:sp>
        <p:nvSpPr>
          <p:cNvPr id="199" name="Google Shape;199;p30">
            <a:extLst xmlns:a="http://schemas.openxmlformats.org/drawingml/2006/main">
              <a:ext uri="{FF2B5EF4-FFF2-40B4-BE49-F238E27FC236}">
                <a16:creationId xmlns:a16="http://schemas.microsoft.com/office/drawing/2014/main" id="{E4CDF1F8-DE9D-40EC-9D52-7596442B949B}"/>
              </a:ext>
            </a:extLst>
          </p:cNvPr>
          <p:cNvSpPr>
            <a:spLocks xmlns:a="http://schemas.openxmlformats.org/drawingml/2006/main" noGrp="1"/>
          </p:cNvSpPr>
          <p:nvPr/>
        </p:nvSpPr>
        <p:spPr>
          <a:xfrm xmlns:a="http://schemas.openxmlformats.org/drawingml/2006/main">
            <a:off x="577925" y="3850078"/>
            <a:ext cx="3166500" cy="77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38" b="0">
                <a:solidFill>
                  <a:srgbClr val="FFFFFF"/>
                </a:solidFill>
                <a:latin typeface="IBM Plex Sans Arabic"/>
                <a:ea typeface="IBM Plex Sans Arabic"/>
                <a:cs typeface="IBM Plex Sans Arabic"/>
              </a:defRPr>
            </a:defPPr>
          </a:lstStyle>
          <a:p xmlns:a="http://schemas.openxmlformats.org/drawingml/2006/main">
            <a:pPr algn="r">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a:solidFill>
                  <a:srgbClr val="FFFFFF"/>
                </a:solidFill>
                <a:latin typeface="IBM Plex Sans Arabic"/>
                <a:ea typeface="IBM Plex Sans Arabic"/>
                <a:cs typeface="IBM Plex Sans Arabic"/>
              </a:rPr>
              <a:t>Web Worker / TypeScript</a:t>
            </a:r>
          </a:p>
          <a:p xmlns:a="http://schemas.openxmlformats.org/drawingml/2006/main">
            <a:pPr algn="r" rtl="1">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lang="ar-SA">
                <a:solidFill>
                  <a:srgbClr val="FFFFFF"/>
                </a:solidFill>
                <a:latin typeface="IBM Plex Sans Arabic"/>
                <a:ea typeface="IBM Plex Sans Arabic"/>
                <a:cs typeface="IBM Plex Sans Arabic"/>
              </a:rPr>
              <a:t>توأم مستقل بموازنة ماء ونموذج تجريبي</a:t>
            </a:r>
          </a:p>
        </p:txBody>
      </p:sp>
      <p:pic>
        <p:nvPicPr>
          <p:cNvPr id="201" name="Google Shape;201;p30">
            <a:extLst xmlns:a="http://schemas.openxmlformats.org/drawingml/2006/main">
              <a:ext uri="{FF2B5EF4-FFF2-40B4-BE49-F238E27FC236}">
                <a16:creationId xmlns:a16="http://schemas.microsoft.com/office/drawing/2014/main" id="{D8773FE9-BBB3-407B-8489-1857722398D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ccbb35e878f4f57">
            <a:alphaModFix/>
          </a:blip>
          <a:srcRect xmlns:a="http://schemas.openxmlformats.org/drawingml/2006/main" l="0" t="0" r="0" b="0"/>
          <a:stretch xmlns:a="http://schemas.openxmlformats.org/drawingml/2006/main"/>
        </p:blipFill>
        <p:spPr>
          <a:xfrm xmlns:a="http://schemas.openxmlformats.org/drawingml/2006/main" rot="0" flipH="0" flipV="0">
            <a:off x="3885287" y="4091382"/>
            <a:ext cx="388475" cy="388475"/>
          </a:xfrm>
          <a:prstGeom xmlns:a="http://schemas.openxmlformats.org/drawingml/2006/main" prst="rect">
            <a:avLst/>
          </a:prstGeom>
          <a:ln xmlns:a="http://schemas.openxmlformats.org/drawingml/2006/main">
            <a:noFill/>
          </a:ln>
        </p:spPr>
      </p:pic>
      <p:pic>
        <p:nvPicPr>
          <p:cNvPr id="202" name="Google Shape;202;p30">
            <a:extLst xmlns:a="http://schemas.openxmlformats.org/drawingml/2006/main">
              <a:ext uri="{FF2B5EF4-FFF2-40B4-BE49-F238E27FC236}">
                <a16:creationId xmlns:a16="http://schemas.microsoft.com/office/drawing/2014/main" id="{1687430F-E383-4CD6-99ED-18B62E67BCF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7c025cdc18249bc">
            <a:alphaModFix/>
          </a:blip>
          <a:srcRect xmlns:a="http://schemas.openxmlformats.org/drawingml/2006/main" l="0" t="0" r="0" b="0"/>
          <a:stretch xmlns:a="http://schemas.openxmlformats.org/drawingml/2006/main"/>
        </p:blipFill>
        <p:spPr>
          <a:xfrm xmlns:a="http://schemas.openxmlformats.org/drawingml/2006/main" rot="0" flipH="0" flipV="0">
            <a:off x="3836950" y="3840425"/>
            <a:ext cx="485125" cy="485125"/>
          </a:xfrm>
          <a:prstGeom xmlns:a="http://schemas.openxmlformats.org/drawingml/2006/main" prst="rect">
            <a:avLst/>
          </a:prstGeom>
          <a:ln xmlns:a="http://schemas.openxmlformats.org/drawingml/2006/main">
            <a:noFill/>
          </a:ln>
        </p:spPr>
      </p:pic>
      <p:pic>
        <p:nvPicPr>
          <p:cNvPr id="203" name="">
            <a:extLst xmlns:a="http://schemas.openxmlformats.org/drawingml/2006/main">
              <a:ext uri="{FF2B5EF4-FFF2-40B4-BE49-F238E27FC236}">
                <a16:creationId xmlns:a16="http://schemas.microsoft.com/office/drawing/2014/main" id="{7D3AA454-E2E0-410F-93FE-DCB6497F2874}"/>
              </a:ext>
            </a:extLst>
          </p:cNvPr>
          <p:cNvPicPr>
            <a:picLocks xmlns:a="http://schemas.openxmlformats.org/drawingml/2006/main" noChangeAspect="1"/>
          </p:cNvPicPr>
          <p:nvPr/>
        </p:nvPicPr>
        <p:blipFill>
          <a:blip xmlns:r="http://schemas.openxmlformats.org/officeDocument/2006/relationships" xmlns:a="http://schemas.openxmlformats.org/drawingml/2006/main" r:embed="Red640270e4be42ec"/>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600609938"/>
      </p:ext>
    </p:extLst>
  </p:cSld>
</p:sld>
</file>

<file path=ppt/slides/slide7.xml><?xml version="1.0" encoding="utf-8"?>
<p:sld xmlns:p="http://schemas.openxmlformats.org/presentationml/2006/main">
  <p:cSld>
    <p:bg>
      <p:bgPr>
        <a:blipFill xmlns:a="http://schemas.openxmlformats.org/drawingml/2006/main">
          <a:blip xmlns:r="http://schemas.openxmlformats.org/officeDocument/2006/relationships" r:embed="R833507c3362e4921">
            <a:alphaModFix/>
          </a:blip>
          <a:stretch>
            <a:fillRect l="0" t="0" r="0" b="0"/>
          </a:stretch>
        </a:blipFill>
      </p:bgPr>
    </p:bg>
    <p:spTree>
      <p:nvGrpSpPr>
        <p:cNvPr id="1" name=""/>
        <p:cNvGrpSpPr/>
        <p:nvPr/>
      </p:nvGrpSpPr>
      <p:grpSpPr>
        <a:xfrm xmlns:a="http://schemas.openxmlformats.org/drawingml/2006/main"/>
      </p:grpSpPr>
      <p:pic>
        <p:nvPicPr>
          <p:cNvPr id="207" name="Google Shape;207;p31">
            <a:extLst xmlns:a="http://schemas.openxmlformats.org/drawingml/2006/main">
              <a:ext uri="{FF2B5EF4-FFF2-40B4-BE49-F238E27FC236}">
                <a16:creationId xmlns:a16="http://schemas.microsoft.com/office/drawing/2014/main" id="{39888BA3-06DC-4DAD-BA87-39E49E0D11F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6776624bbe44a43">
            <a:alphaModFix/>
          </a:blip>
          <a:srcRect xmlns:a="http://schemas.openxmlformats.org/drawingml/2006/main" l="10670" t="0" r="56019" b="2220"/>
          <a:stretch xmlns:a="http://schemas.openxmlformats.org/drawingml/2006/main"/>
        </p:blipFill>
        <p:spPr>
          <a:xfrm xmlns:a="http://schemas.openxmlformats.org/drawingml/2006/main">
            <a:off x="6449217" y="0"/>
            <a:ext cx="2694784" cy="5143501"/>
          </a:xfrm>
          <a:prstGeom xmlns:a="http://schemas.openxmlformats.org/drawingml/2006/main" prst="rect">
            <a:avLst/>
          </a:prstGeom>
          <a:ln xmlns:a="http://schemas.openxmlformats.org/drawingml/2006/main">
            <a:noFill/>
          </a:ln>
        </p:spPr>
      </p:pic>
      <p:pic>
        <p:nvPicPr>
          <p:cNvPr id="208" name="Google Shape;208;p31">
            <a:extLst xmlns:a="http://schemas.openxmlformats.org/drawingml/2006/main">
              <a:ext uri="{FF2B5EF4-FFF2-40B4-BE49-F238E27FC236}">
                <a16:creationId xmlns:a16="http://schemas.microsoft.com/office/drawing/2014/main" id="{52A48008-F57E-4BD6-903C-34F7940097F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38d0532a0384ae6">
            <a:alphaModFix/>
          </a:blip>
          <a:srcRect xmlns:a="http://schemas.openxmlformats.org/drawingml/2006/main" l="0" t="0" r="0" b="7570"/>
          <a:stretch xmlns:a="http://schemas.openxmlformats.org/drawingml/2006/main"/>
        </p:blipFill>
        <p:spPr>
          <a:xfrm xmlns:a="http://schemas.openxmlformats.org/drawingml/2006/main">
            <a:off x="6935125" y="671075"/>
            <a:ext cx="1901925" cy="4472428"/>
          </a:xfrm>
          <a:prstGeom xmlns:a="http://schemas.openxmlformats.org/drawingml/2006/main" prst="rect">
            <a:avLst/>
          </a:prstGeom>
          <a:ln xmlns:a="http://schemas.openxmlformats.org/drawingml/2006/main">
            <a:noFill/>
          </a:ln>
        </p:spPr>
      </p:pic>
      <p:sp>
        <p:nvSpPr>
          <p:cNvPr id="209" name="Google Shape;209;p31">
            <a:extLst xmlns:a="http://schemas.openxmlformats.org/drawingml/2006/main">
              <a:ext uri="{FF2B5EF4-FFF2-40B4-BE49-F238E27FC236}">
                <a16:creationId xmlns:a16="http://schemas.microsoft.com/office/drawing/2014/main" id="{4DAE628C-E318-46BB-9C3E-08F2F7E379BD}"/>
              </a:ext>
            </a:extLst>
          </p:cNvPr>
          <p:cNvSpPr>
            <a:spLocks xmlns:a="http://schemas.openxmlformats.org/drawingml/2006/main" noGrp="1"/>
          </p:cNvSpPr>
          <p:nvPr/>
        </p:nvSpPr>
        <p:spPr>
          <a:xfrm xmlns:a="http://schemas.openxmlformats.org/drawingml/2006/main">
            <a:off x="714375" y="2743200"/>
            <a:ext cx="5095875"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800"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800" b="0">
                <a:solidFill>
                  <a:srgbClr val="FFFFFF"/>
                </a:solidFill>
                <a:latin typeface="IBM Plex Sans Arabic"/>
                <a:ea typeface="IBM Plex Sans Arabic"/>
                <a:cs typeface="IBM Plex Sans Arabic"/>
              </a:defRPr>
            </a:pPr>
            <a:r>
              <a:rPr sz="1800" b="0" lang="ar-SA">
                <a:solidFill>
                  <a:srgbClr val="FFFFFF"/>
                </a:solidFill>
                <a:latin typeface="IBM Plex Sans Arabic"/>
                <a:ea typeface="IBM Plex Sans Arabic"/>
                <a:cs typeface="IBM Plex Sans Arabic"/>
              </a:rPr>
              <a:t>يوجّه الفريق إلى القياس الناقص.</a:t>
            </a:r>
          </a:p>
          <a:p xmlns:a="http://schemas.openxmlformats.org/drawingml/2006/main">
            <a:pPr>
              <a:spcBef>
                <a:spcPts val="0"/>
              </a:spcBef>
              <a:spcAft>
                <a:spcPts val="0"/>
              </a:spcAft>
            </a:pPr>
            <a:r>
              <a:t/>
            </a:r>
          </a:p>
          <a:p xmlns:a="http://schemas.openxmlformats.org/drawingml/2006/main">
            <a:pPr algn="r" rtl="1">
              <a:lnSpc>
                <a:spcPct val="117000"/>
              </a:lnSpc>
              <a:spcBef>
                <a:spcPts val="0"/>
              </a:spcBef>
              <a:spcAft>
                <a:spcPts val="0"/>
              </a:spcAft>
              <a:buNone/>
              <a:defRPr sz="1800" b="0">
                <a:solidFill>
                  <a:srgbClr val="FFFFFF"/>
                </a:solidFill>
                <a:latin typeface="IBM Plex Sans Arabic"/>
                <a:ea typeface="IBM Plex Sans Arabic"/>
                <a:cs typeface="IBM Plex Sans Arabic"/>
              </a:defRPr>
            </a:pPr>
            <a:r>
              <a:rPr sz="1800" b="0" lang="ar-SA">
                <a:solidFill>
                  <a:srgbClr val="FFFFFF"/>
                </a:solidFill>
                <a:latin typeface="IBM Plex Sans Arabic"/>
                <a:ea typeface="IBM Plex Sans Arabic"/>
                <a:cs typeface="IBM Plex Sans Arabic"/>
              </a:rPr>
              <a:t>يفسّر التوصية ويعرض افتراضات كمية الماء.</a:t>
            </a:r>
          </a:p>
          <a:p xmlns:a="http://schemas.openxmlformats.org/drawingml/2006/main">
            <a:pPr>
              <a:spcBef>
                <a:spcPts val="0"/>
              </a:spcBef>
              <a:spcAft>
                <a:spcPts val="0"/>
              </a:spcAft>
            </a:pPr>
            <a:r>
              <a:t/>
            </a:r>
          </a:p>
          <a:p xmlns:a="http://schemas.openxmlformats.org/drawingml/2006/main">
            <a:pPr algn="r" rtl="1">
              <a:lnSpc>
                <a:spcPct val="117000"/>
              </a:lnSpc>
              <a:spcBef>
                <a:spcPts val="0"/>
              </a:spcBef>
              <a:spcAft>
                <a:spcPts val="0"/>
              </a:spcAft>
              <a:buNone/>
              <a:defRPr sz="1800" b="0">
                <a:solidFill>
                  <a:srgbClr val="FFFFFF"/>
                </a:solidFill>
                <a:latin typeface="IBM Plex Sans Arabic"/>
                <a:ea typeface="IBM Plex Sans Arabic"/>
                <a:cs typeface="IBM Plex Sans Arabic"/>
              </a:defRPr>
            </a:pPr>
            <a:r>
              <a:rPr sz="1800" b="0" lang="ar-SA">
                <a:solidFill>
                  <a:srgbClr val="FFFFFF"/>
                </a:solidFill>
                <a:latin typeface="IBM Plex Sans Arabic"/>
                <a:ea typeface="IBM Plex Sans Arabic"/>
                <a:cs typeface="IBM Plex Sans Arabic"/>
              </a:rPr>
              <a:t>ويتيح التوأم الرقمي مقارنة بدائل الري قبل تجربة ميدانية.</a:t>
            </a:r>
          </a:p>
        </p:txBody>
      </p:sp>
      <p:sp>
        <p:nvSpPr>
          <p:cNvPr id="210" name="Google Shape;210;p31">
            <a:extLst xmlns:a="http://schemas.openxmlformats.org/drawingml/2006/main">
              <a:ext uri="{FF2B5EF4-FFF2-40B4-BE49-F238E27FC236}">
                <a16:creationId xmlns:a16="http://schemas.microsoft.com/office/drawing/2014/main" id="{76F08C66-A9F0-4859-AACC-83B53C981426}"/>
              </a:ext>
            </a:extLst>
          </p:cNvPr>
          <p:cNvSpPr>
            <a:spLocks xmlns:a="http://schemas.openxmlformats.org/drawingml/2006/main" noGrp="1"/>
          </p:cNvSpPr>
          <p:nvPr/>
        </p:nvSpPr>
        <p:spPr>
          <a:xfrm xmlns:a="http://schemas.openxmlformats.org/drawingml/2006/main">
            <a:off x="714375" y="2105025"/>
            <a:ext cx="5095875"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100" b="1">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100" b="1">
                <a:solidFill>
                  <a:srgbClr val="FFFFFF"/>
                </a:solidFill>
                <a:latin typeface="IBM Plex Sans Arabic"/>
                <a:ea typeface="IBM Plex Sans Arabic"/>
                <a:cs typeface="IBM Plex Sans Arabic"/>
              </a:defRPr>
            </a:pPr>
            <a:r>
              <a:rPr sz="2100" b="1" lang="ar-SA">
                <a:solidFill>
                  <a:srgbClr val="FFFFFF"/>
                </a:solidFill>
                <a:latin typeface="IBM Plex Sans Arabic"/>
                <a:ea typeface="IBM Plex Sans Arabic"/>
                <a:cs typeface="IBM Plex Sans Arabic"/>
              </a:rPr>
              <a:t>مساعد قرار لفرق العناية</a:t>
            </a:r>
          </a:p>
        </p:txBody>
      </p:sp>
      <p:sp>
        <p:nvSpPr>
          <p:cNvPr id="211" name="Google Shape;211;p31">
            <a:extLst xmlns:a="http://schemas.openxmlformats.org/drawingml/2006/main">
              <a:ext uri="{FF2B5EF4-FFF2-40B4-BE49-F238E27FC236}">
                <a16:creationId xmlns:a16="http://schemas.microsoft.com/office/drawing/2014/main" id="{6B1FB0F7-36FE-4B06-9510-7884B1BB800D}"/>
              </a:ext>
            </a:extLst>
          </p:cNvPr>
          <p:cNvSpPr>
            <a:spLocks xmlns:a="http://schemas.openxmlformats.org/drawingml/2006/main" noGrp="1"/>
          </p:cNvSpPr>
          <p:nvPr/>
        </p:nvSpPr>
        <p:spPr>
          <a:xfrm xmlns:a="http://schemas.openxmlformats.org/drawingml/2006/main">
            <a:off x="714375" y="1219200"/>
            <a:ext cx="5095875"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D30D3A"/>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775" b="1">
                <a:solidFill>
                  <a:srgbClr val="D30D3A"/>
                </a:solidFill>
                <a:latin typeface="IBM Plex Sans Arabic"/>
                <a:ea typeface="IBM Plex Sans Arabic"/>
                <a:cs typeface="IBM Plex Sans Arabic"/>
              </a:defRPr>
            </a:pPr>
            <a:r>
              <a:rPr sz="2775" b="1" lang="ar-SA">
                <a:solidFill>
                  <a:srgbClr val="D30D3A"/>
                </a:solidFill>
                <a:latin typeface="IBM Plex Sans Arabic"/>
                <a:ea typeface="IBM Plex Sans Arabic"/>
                <a:cs typeface="IBM Plex Sans Arabic"/>
              </a:rPr>
              <a:t>وصف الفكرة</a:t>
            </a:r>
          </a:p>
        </p:txBody>
      </p:sp>
      <p:pic>
        <p:nvPicPr>
          <p:cNvPr id="212" name="">
            <a:extLst xmlns:a="http://schemas.openxmlformats.org/drawingml/2006/main">
              <a:ext uri="{FF2B5EF4-FFF2-40B4-BE49-F238E27FC236}">
                <a16:creationId xmlns:a16="http://schemas.microsoft.com/office/drawing/2014/main" id="{7B8FFEF1-2863-4ADB-B57E-D12BBD8871F0}"/>
              </a:ext>
            </a:extLst>
          </p:cNvPr>
          <p:cNvPicPr>
            <a:picLocks xmlns:a="http://schemas.openxmlformats.org/drawingml/2006/main" noChangeAspect="1"/>
          </p:cNvPicPr>
          <p:nvPr/>
        </p:nvPicPr>
        <p:blipFill>
          <a:blip xmlns:r="http://schemas.openxmlformats.org/officeDocument/2006/relationships" xmlns:a="http://schemas.openxmlformats.org/drawingml/2006/main" r:embed="R651cde258bf041be"/>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625933349"/>
      </p:ext>
    </p:extLst>
  </p:cSld>
</p:sld>
</file>

<file path=ppt/slides/slide8.xml><?xml version="1.0" encoding="utf-8"?>
<p:sld xmlns:p="http://schemas.openxmlformats.org/presentationml/2006/main">
  <p:cSld>
    <p:bg>
      <p:bgPr>
        <a:blipFill xmlns:a="http://schemas.openxmlformats.org/drawingml/2006/main">
          <a:blip xmlns:r="http://schemas.openxmlformats.org/officeDocument/2006/relationships" r:embed="R2788d0e12b2e4e91">
            <a:alphaModFix/>
          </a:blip>
          <a:stretch>
            <a:fillRect l="0" t="0" r="0" b="0"/>
          </a:stretch>
        </a:blipFill>
      </p:bgPr>
    </p:bg>
    <p:spTree>
      <p:nvGrpSpPr>
        <p:cNvPr id="1" name=""/>
        <p:cNvGrpSpPr/>
        <p:nvPr/>
      </p:nvGrpSpPr>
      <p:grpSpPr>
        <a:xfrm xmlns:a="http://schemas.openxmlformats.org/drawingml/2006/main"/>
      </p:grpSpPr>
      <p:sp>
        <p:nvSpPr>
          <p:cNvPr id="216" name="Google Shape;216;p32">
            <a:extLst xmlns:a="http://schemas.openxmlformats.org/drawingml/2006/main">
              <a:ext uri="{FF2B5EF4-FFF2-40B4-BE49-F238E27FC236}">
                <a16:creationId xmlns:a16="http://schemas.microsoft.com/office/drawing/2014/main" id="{C5C99074-DFE8-46DA-A4AC-5D73D58ABC28}"/>
              </a:ext>
            </a:extLst>
          </p:cNvPr>
          <p:cNvSpPr>
            <a:spLocks xmlns:a="http://schemas.openxmlformats.org/drawingml/2006/main" noGrp="1"/>
          </p:cNvSpPr>
          <p:nvPr/>
        </p:nvSpPr>
        <p:spPr>
          <a:xfrm xmlns:a="http://schemas.openxmlformats.org/drawingml/2006/main">
            <a:off x="714375" y="2324100"/>
            <a:ext cx="5095875" cy="2009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688"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688" b="0">
                <a:solidFill>
                  <a:srgbClr val="FFFFFF"/>
                </a:solidFill>
                <a:latin typeface="IBM Plex Sans Arabic"/>
                <a:ea typeface="IBM Plex Sans Arabic"/>
                <a:cs typeface="IBM Plex Sans Arabic"/>
              </a:defRPr>
            </a:pPr>
            <a:r>
              <a:rPr sz="1688" b="0" lang="ar-SA">
                <a:solidFill>
                  <a:srgbClr val="FFFFFF"/>
                </a:solidFill>
                <a:latin typeface="IBM Plex Sans Arabic"/>
                <a:ea typeface="IBM Plex Sans Arabic"/>
                <a:cs typeface="IBM Plex Sans Arabic"/>
              </a:rPr>
              <a:t>١  قراءات يدوية وبيانات عرض معلنة المصدر.</a:t>
            </a:r>
          </a:p>
          <a:p xmlns:a="http://schemas.openxmlformats.org/drawingml/2006/main">
            <a:pPr algn="r" rtl="1">
              <a:lnSpc>
                <a:spcPct val="117000"/>
              </a:lnSpc>
              <a:spcBef>
                <a:spcPts val="0"/>
              </a:spcBef>
              <a:spcAft>
                <a:spcPts val="0"/>
              </a:spcAft>
              <a:buNone/>
              <a:defRPr sz="1688" b="0">
                <a:solidFill>
                  <a:srgbClr val="FFFFFF"/>
                </a:solidFill>
                <a:latin typeface="IBM Plex Sans Arabic"/>
                <a:ea typeface="IBM Plex Sans Arabic"/>
                <a:cs typeface="IBM Plex Sans Arabic"/>
              </a:defRPr>
            </a:pPr>
            <a:r>
              <a:rPr sz="1688" b="0" lang="ar-SA">
                <a:solidFill>
                  <a:srgbClr val="FFFFFF"/>
                </a:solidFill>
                <a:latin typeface="IBM Plex Sans Arabic"/>
                <a:ea typeface="IBM Plex Sans Arabic"/>
                <a:cs typeface="IBM Plex Sans Arabic"/>
              </a:rPr>
              <a:t>٢  تحقق من الوحدة والوقت والجودة والمنشأ.</a:t>
            </a:r>
          </a:p>
          <a:p xmlns:a="http://schemas.openxmlformats.org/drawingml/2006/main">
            <a:pPr algn="r" rtl="1">
              <a:lnSpc>
                <a:spcPct val="117000"/>
              </a:lnSpc>
              <a:spcBef>
                <a:spcPts val="0"/>
              </a:spcBef>
              <a:spcAft>
                <a:spcPts val="0"/>
              </a:spcAft>
              <a:buNone/>
              <a:defRPr sz="1688" b="0">
                <a:solidFill>
                  <a:srgbClr val="FFFFFF"/>
                </a:solidFill>
                <a:latin typeface="IBM Plex Sans Arabic"/>
                <a:ea typeface="IBM Plex Sans Arabic"/>
                <a:cs typeface="IBM Plex Sans Arabic"/>
              </a:defRPr>
            </a:pPr>
            <a:r>
              <a:rPr sz="1688" b="0" lang="ar-SA">
                <a:solidFill>
                  <a:srgbClr val="FFFFFF"/>
                </a:solidFill>
                <a:latin typeface="IBM Plex Sans Arabic"/>
                <a:ea typeface="IBM Plex Sans Arabic"/>
                <a:cs typeface="IBM Plex Sans Arabic"/>
              </a:rPr>
              <a:t>٣  تحليل التغطية والتعارض واقتراح القياس.</a:t>
            </a:r>
          </a:p>
          <a:p xmlns:a="http://schemas.openxmlformats.org/drawingml/2006/main">
            <a:pPr algn="r" rtl="1">
              <a:lnSpc>
                <a:spcPct val="117000"/>
              </a:lnSpc>
              <a:spcBef>
                <a:spcPts val="0"/>
              </a:spcBef>
              <a:spcAft>
                <a:spcPts val="0"/>
              </a:spcAft>
              <a:buNone/>
              <a:defRPr sz="1688" b="0">
                <a:solidFill>
                  <a:srgbClr val="FFFFFF"/>
                </a:solidFill>
                <a:latin typeface="IBM Plex Sans Arabic"/>
                <a:ea typeface="IBM Plex Sans Arabic"/>
                <a:cs typeface="IBM Plex Sans Arabic"/>
              </a:defRPr>
            </a:pPr>
            <a:r>
              <a:rPr sz="1688" b="0" lang="ar-SA">
                <a:solidFill>
                  <a:srgbClr val="FFFFFF"/>
                </a:solidFill>
                <a:latin typeface="IBM Plex Sans Arabic"/>
                <a:ea typeface="IBM Plex Sans Arabic"/>
                <a:cs typeface="IBM Plex Sans Arabic"/>
              </a:rPr>
              <a:t>٤  توصية مفسّرة، ثم اعتماد وتوثيق منفصلان.</a:t>
            </a:r>
          </a:p>
        </p:txBody>
      </p:sp>
      <p:sp>
        <p:nvSpPr>
          <p:cNvPr id="217" name="Google Shape;217;p32">
            <a:extLst xmlns:a="http://schemas.openxmlformats.org/drawingml/2006/main">
              <a:ext uri="{FF2B5EF4-FFF2-40B4-BE49-F238E27FC236}">
                <a16:creationId xmlns:a16="http://schemas.microsoft.com/office/drawing/2014/main" id="{53609F3D-6E28-44EE-AD07-C0970FFF195A}"/>
              </a:ext>
            </a:extLst>
          </p:cNvPr>
          <p:cNvSpPr>
            <a:spLocks xmlns:a="http://schemas.openxmlformats.org/drawingml/2006/main" noGrp="1"/>
          </p:cNvSpPr>
          <p:nvPr/>
        </p:nvSpPr>
        <p:spPr>
          <a:xfrm xmlns:a="http://schemas.openxmlformats.org/drawingml/2006/main">
            <a:off x="714375" y="1190625"/>
            <a:ext cx="5095875"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625" b="1">
                <a:solidFill>
                  <a:srgbClr val="D30D3A"/>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625" b="1">
                <a:solidFill>
                  <a:srgbClr val="D30D3A"/>
                </a:solidFill>
                <a:latin typeface="IBM Plex Sans Arabic"/>
                <a:ea typeface="IBM Plex Sans Arabic"/>
                <a:cs typeface="IBM Plex Sans Arabic"/>
              </a:defRPr>
            </a:pPr>
            <a:r>
              <a:rPr sz="2625" b="1" lang="ar-SA">
                <a:solidFill>
                  <a:srgbClr val="D30D3A"/>
                </a:solidFill>
                <a:latin typeface="IBM Plex Sans Arabic"/>
                <a:ea typeface="IBM Plex Sans Arabic"/>
                <a:cs typeface="IBM Plex Sans Arabic"/>
              </a:rPr>
              <a:t>توفير البيانات واستخدامها</a:t>
            </a:r>
          </a:p>
        </p:txBody>
      </p:sp>
      <p:pic>
        <p:nvPicPr>
          <p:cNvPr id="218" name="Google Shape;218;p32">
            <a:extLst xmlns:a="http://schemas.openxmlformats.org/drawingml/2006/main">
              <a:ext uri="{FF2B5EF4-FFF2-40B4-BE49-F238E27FC236}">
                <a16:creationId xmlns:a16="http://schemas.microsoft.com/office/drawing/2014/main" id="{9BA02C2C-FCDB-4E15-9091-5E94BC090C1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37c0382767949d1">
            <a:alphaModFix/>
          </a:blip>
          <a:srcRect xmlns:a="http://schemas.openxmlformats.org/drawingml/2006/main" l="66924" t="12907" r="0" b="0"/>
          <a:stretch xmlns:a="http://schemas.openxmlformats.org/drawingml/2006/main"/>
        </p:blipFill>
        <p:spPr>
          <a:xfrm xmlns:a="http://schemas.openxmlformats.org/drawingml/2006/main">
            <a:off x="6213200" y="0"/>
            <a:ext cx="2930801" cy="5143501"/>
          </a:xfrm>
          <a:prstGeom xmlns:a="http://schemas.openxmlformats.org/drawingml/2006/main" prst="rect">
            <a:avLst/>
          </a:prstGeom>
          <a:ln xmlns:a="http://schemas.openxmlformats.org/drawingml/2006/main">
            <a:noFill/>
          </a:ln>
        </p:spPr>
      </p:pic>
      <p:pic>
        <p:nvPicPr>
          <p:cNvPr id="219" name="Google Shape;219;p32">
            <a:extLst xmlns:a="http://schemas.openxmlformats.org/drawingml/2006/main">
              <a:ext uri="{FF2B5EF4-FFF2-40B4-BE49-F238E27FC236}">
                <a16:creationId xmlns:a16="http://schemas.microsoft.com/office/drawing/2014/main" id="{AC91B989-15D6-4350-8C4C-41F60313240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e25f31d57424be1">
            <a:alphaModFix/>
          </a:blip>
          <a:srcRect xmlns:a="http://schemas.openxmlformats.org/drawingml/2006/main" l="6001" t="-834" r="46818" b="-834"/>
          <a:stretch xmlns:a="http://schemas.openxmlformats.org/drawingml/2006/main"/>
        </p:blipFill>
        <p:spPr>
          <a:xfrm xmlns:a="http://schemas.openxmlformats.org/drawingml/2006/main">
            <a:off x="6144848" y="934348"/>
            <a:ext cx="2930801" cy="4209152"/>
          </a:xfrm>
          <a:prstGeom xmlns:a="http://schemas.openxmlformats.org/drawingml/2006/main" prst="rect">
            <a:avLst/>
          </a:prstGeom>
          <a:ln xmlns:a="http://schemas.openxmlformats.org/drawingml/2006/main">
            <a:noFill/>
          </a:ln>
        </p:spPr>
      </p:pic>
      <p:pic>
        <p:nvPicPr>
          <p:cNvPr id="220" name="">
            <a:extLst xmlns:a="http://schemas.openxmlformats.org/drawingml/2006/main">
              <a:ext uri="{FF2B5EF4-FFF2-40B4-BE49-F238E27FC236}">
                <a16:creationId xmlns:a16="http://schemas.microsoft.com/office/drawing/2014/main" id="{6DBC9006-4685-4AC8-84DC-DA7EE8A7854B}"/>
              </a:ext>
            </a:extLst>
          </p:cNvPr>
          <p:cNvPicPr>
            <a:picLocks xmlns:a="http://schemas.openxmlformats.org/drawingml/2006/main" noChangeAspect="1"/>
          </p:cNvPicPr>
          <p:nvPr/>
        </p:nvPicPr>
        <p:blipFill>
          <a:blip xmlns:r="http://schemas.openxmlformats.org/officeDocument/2006/relationships" xmlns:a="http://schemas.openxmlformats.org/drawingml/2006/main" r:embed="Rccc0557142eb4853"/>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1482929085"/>
      </p:ext>
    </p:extLst>
  </p:cSld>
</p:sld>
</file>

<file path=ppt/slides/slide9.xml><?xml version="1.0" encoding="utf-8"?>
<p:sld xmlns:p="http://schemas.openxmlformats.org/presentationml/2006/main">
  <p:cSld>
    <p:bg>
      <p:bgPr>
        <a:blipFill xmlns:a="http://schemas.openxmlformats.org/drawingml/2006/main">
          <a:blip xmlns:r="http://schemas.openxmlformats.org/officeDocument/2006/relationships" r:embed="Rdbfcacad71704dcc">
            <a:alphaModFix/>
          </a:blip>
          <a:stretch>
            <a:fillRect l="0" t="0" r="0" b="0"/>
          </a:stretch>
        </a:blipFill>
      </p:bgPr>
    </p:bg>
    <p:spTree>
      <p:nvGrpSpPr>
        <p:cNvPr id="1" name=""/>
        <p:cNvGrpSpPr/>
        <p:nvPr/>
      </p:nvGrpSpPr>
      <p:grpSpPr>
        <a:xfrm xmlns:a="http://schemas.openxmlformats.org/drawingml/2006/main"/>
      </p:grpSpPr>
      <p:sp>
        <p:nvSpPr>
          <p:cNvPr id="224" name="Google Shape;224;p33">
            <a:extLst xmlns:a="http://schemas.openxmlformats.org/drawingml/2006/main">
              <a:ext uri="{FF2B5EF4-FFF2-40B4-BE49-F238E27FC236}">
                <a16:creationId xmlns:a16="http://schemas.microsoft.com/office/drawing/2014/main" id="{CF270390-A960-43F1-8287-0697272A6525}"/>
              </a:ext>
            </a:extLst>
          </p:cNvPr>
          <p:cNvSpPr>
            <a:spLocks xmlns:a="http://schemas.openxmlformats.org/drawingml/2006/main" noGrp="1"/>
          </p:cNvSpPr>
          <p:nvPr/>
        </p:nvSpPr>
        <p:spPr>
          <a:xfrm xmlns:a="http://schemas.openxmlformats.org/drawingml/2006/main">
            <a:off x="695325" y="1238250"/>
            <a:ext cx="509587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D30D3A"/>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775" b="1">
                <a:solidFill>
                  <a:srgbClr val="D30D3A"/>
                </a:solidFill>
                <a:latin typeface="IBM Plex Sans Arabic"/>
                <a:ea typeface="IBM Plex Sans Arabic"/>
                <a:cs typeface="IBM Plex Sans Arabic"/>
              </a:defRPr>
            </a:pPr>
            <a:r>
              <a:rPr sz="2775" b="1" lang="ar-SA">
                <a:solidFill>
                  <a:srgbClr val="D30D3A"/>
                </a:solidFill>
                <a:latin typeface="IBM Plex Sans Arabic"/>
                <a:ea typeface="IBM Plex Sans Arabic"/>
                <a:cs typeface="IBM Plex Sans Arabic"/>
              </a:rPr>
              <a:t>مواءمة الفكرة</a:t>
            </a:r>
          </a:p>
        </p:txBody>
      </p:sp>
      <p:sp>
        <p:nvSpPr>
          <p:cNvPr id="225" name="Google Shape;225;p33">
            <a:extLst xmlns:a="http://schemas.openxmlformats.org/drawingml/2006/main">
              <a:ext uri="{FF2B5EF4-FFF2-40B4-BE49-F238E27FC236}">
                <a16:creationId xmlns:a16="http://schemas.microsoft.com/office/drawing/2014/main" id="{29D35908-4D01-4351-9145-3BB8C9E5656F}"/>
              </a:ext>
            </a:extLst>
          </p:cNvPr>
          <p:cNvSpPr>
            <a:spLocks xmlns:a="http://schemas.openxmlformats.org/drawingml/2006/main" noGrp="1"/>
          </p:cNvSpPr>
          <p:nvPr/>
        </p:nvSpPr>
        <p:spPr>
          <a:xfrm xmlns:a="http://schemas.openxmlformats.org/drawingml/2006/main">
            <a:off x="695325" y="2095500"/>
            <a:ext cx="5095875" cy="22955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800"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800" b="0">
                <a:solidFill>
                  <a:srgbClr val="FFFFFF"/>
                </a:solidFill>
                <a:latin typeface="IBM Plex Sans Arabic"/>
                <a:ea typeface="IBM Plex Sans Arabic"/>
                <a:cs typeface="IBM Plex Sans Arabic"/>
              </a:defRPr>
            </a:pPr>
            <a:r>
              <a:rPr sz="1800" b="0" lang="ar-SA">
                <a:solidFill>
                  <a:srgbClr val="FFFFFF"/>
                </a:solidFill>
                <a:latin typeface="IBM Plex Sans Arabic"/>
                <a:ea typeface="IBM Plex Sans Arabic"/>
                <a:cs typeface="IBM Plex Sans Arabic"/>
              </a:rPr>
              <a:t>التحدي 2.1</a:t>
            </a:r>
          </a:p>
          <a:p xmlns:a="http://schemas.openxmlformats.org/drawingml/2006/main">
            <a:pPr algn="r" rtl="1">
              <a:lnSpc>
                <a:spcPct val="117000"/>
              </a:lnSpc>
              <a:spcBef>
                <a:spcPts val="0"/>
              </a:spcBef>
              <a:spcAft>
                <a:spcPts val="0"/>
              </a:spcAft>
              <a:buNone/>
              <a:defRPr sz="1800" b="0">
                <a:solidFill>
                  <a:srgbClr val="FFFFFF"/>
                </a:solidFill>
                <a:latin typeface="IBM Plex Sans Arabic"/>
                <a:ea typeface="IBM Plex Sans Arabic"/>
                <a:cs typeface="IBM Plex Sans Arabic"/>
              </a:defRPr>
            </a:pPr>
            <a:r>
              <a:rPr sz="1800" b="0" lang="ar-SA">
                <a:solidFill>
                  <a:srgbClr val="FFFFFF"/>
                </a:solidFill>
                <a:latin typeface="IBM Plex Sans Arabic"/>
                <a:ea typeface="IBM Plex Sans Arabic"/>
                <a:cs typeface="IBM Plex Sans Arabic"/>
              </a:rPr>
              <a:t>الاستدامة والأثر البيئي</a:t>
            </a:r>
          </a:p>
          <a:p xmlns:a="http://schemas.openxmlformats.org/drawingml/2006/main">
            <a:pPr>
              <a:spcBef>
                <a:spcPts val="0"/>
              </a:spcBef>
              <a:spcAft>
                <a:spcPts val="0"/>
              </a:spcAft>
            </a:pPr>
            <a:r>
              <a:t/>
            </a:r>
          </a:p>
          <a:p xmlns:a="http://schemas.openxmlformats.org/drawingml/2006/main">
            <a:pPr algn="r" rtl="1">
              <a:lnSpc>
                <a:spcPct val="117000"/>
              </a:lnSpc>
              <a:spcBef>
                <a:spcPts val="0"/>
              </a:spcBef>
              <a:spcAft>
                <a:spcPts val="0"/>
              </a:spcAft>
              <a:buNone/>
              <a:defRPr sz="1800" b="0">
                <a:solidFill>
                  <a:srgbClr val="FFFFFF"/>
                </a:solidFill>
                <a:latin typeface="IBM Plex Sans Arabic"/>
                <a:ea typeface="IBM Plex Sans Arabic"/>
                <a:cs typeface="IBM Plex Sans Arabic"/>
              </a:defRPr>
            </a:pPr>
            <a:r>
              <a:rPr sz="1800" b="0" lang="ar-SA">
                <a:solidFill>
                  <a:srgbClr val="FFFFFF"/>
                </a:solidFill>
                <a:latin typeface="IBM Plex Sans Arabic"/>
                <a:ea typeface="IBM Plex Sans Arabic"/>
                <a:cs typeface="IBM Plex Sans Arabic"/>
              </a:rPr>
              <a:t>القيمة: مراجعة الحاجة للماء وتوجيه القياس قبل التنفيذ.</a:t>
            </a:r>
          </a:p>
          <a:p xmlns:a="http://schemas.openxmlformats.org/drawingml/2006/main">
            <a:pPr>
              <a:spcBef>
                <a:spcPts val="0"/>
              </a:spcBef>
              <a:spcAft>
                <a:spcPts val="0"/>
              </a:spcAft>
            </a:pPr>
            <a:r>
              <a:t/>
            </a:r>
          </a:p>
          <a:p xmlns:a="http://schemas.openxmlformats.org/drawingml/2006/main">
            <a:pPr algn="r" rtl="1">
              <a:lnSpc>
                <a:spcPct val="117000"/>
              </a:lnSpc>
              <a:spcBef>
                <a:spcPts val="0"/>
              </a:spcBef>
              <a:spcAft>
                <a:spcPts val="0"/>
              </a:spcAft>
              <a:buNone/>
              <a:defRPr sz="1800" b="0">
                <a:solidFill>
                  <a:srgbClr val="FFFFFF"/>
                </a:solidFill>
                <a:latin typeface="IBM Plex Sans Arabic"/>
                <a:ea typeface="IBM Plex Sans Arabic"/>
                <a:cs typeface="IBM Plex Sans Arabic"/>
              </a:defRPr>
            </a:pPr>
            <a:r>
              <a:rPr sz="1800" b="0" lang="ar-SA">
                <a:solidFill>
                  <a:srgbClr val="FFFFFF"/>
                </a:solidFill>
                <a:latin typeface="IBM Plex Sans Arabic"/>
                <a:ea typeface="IBM Plex Sans Arabic"/>
                <a:cs typeface="IBM Plex Sans Arabic"/>
              </a:rPr>
              <a:t>الأثر المتوقع: تقليل الري غير الضروري مع مراعاة حالة النبات.</a:t>
            </a:r>
          </a:p>
        </p:txBody>
      </p:sp>
      <p:pic>
        <p:nvPicPr>
          <p:cNvPr id="226" name="Google Shape;226;p33">
            <a:extLst xmlns:a="http://schemas.openxmlformats.org/drawingml/2006/main">
              <a:ext uri="{FF2B5EF4-FFF2-40B4-BE49-F238E27FC236}">
                <a16:creationId xmlns:a16="http://schemas.microsoft.com/office/drawing/2014/main" id="{39FF4CD1-2E1E-4A3A-8D19-7A2A7F5B04D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cf3b422cf104ecc">
            <a:alphaModFix/>
          </a:blip>
          <a:srcRect xmlns:a="http://schemas.openxmlformats.org/drawingml/2006/main" l="24017" t="0" r="38005" b="0"/>
          <a:stretch xmlns:a="http://schemas.openxmlformats.org/drawingml/2006/main"/>
        </p:blipFill>
        <p:spPr>
          <a:xfrm xmlns:a="http://schemas.openxmlformats.org/drawingml/2006/main">
            <a:off x="6213200" y="0"/>
            <a:ext cx="2930801" cy="5143501"/>
          </a:xfrm>
          <a:prstGeom xmlns:a="http://schemas.openxmlformats.org/drawingml/2006/main" prst="rect">
            <a:avLst/>
          </a:prstGeom>
          <a:ln xmlns:a="http://schemas.openxmlformats.org/drawingml/2006/main">
            <a:noFill/>
          </a:ln>
        </p:spPr>
      </p:pic>
      <p:pic>
        <p:nvPicPr>
          <p:cNvPr id="227" name="">
            <a:extLst xmlns:a="http://schemas.openxmlformats.org/drawingml/2006/main">
              <a:ext uri="{FF2B5EF4-FFF2-40B4-BE49-F238E27FC236}">
                <a16:creationId xmlns:a16="http://schemas.microsoft.com/office/drawing/2014/main" id="{0A9F93CB-417C-463D-998C-2FC6FDE85BE7}"/>
              </a:ext>
            </a:extLst>
          </p:cNvPr>
          <p:cNvPicPr>
            <a:picLocks xmlns:a="http://schemas.openxmlformats.org/drawingml/2006/main" noChangeAspect="1"/>
          </p:cNvPicPr>
          <p:nvPr/>
        </p:nvPicPr>
        <p:blipFill>
          <a:blip xmlns:r="http://schemas.openxmlformats.org/officeDocument/2006/relationships" xmlns:a="http://schemas.openxmlformats.org/drawingml/2006/main" r:embed="R80d4f92226aa45ad"/>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1725920311"/>
      </p:ext>
    </p:extLst>
  </p:cSld>
</p:sld>
</file>

<file path=ppt/slides/slide10.xml><?xml version="1.0" encoding="utf-8"?>
<p:sld xmlns:p="http://schemas.openxmlformats.org/presentationml/2006/main">
  <p:cSld>
    <p:bg>
      <p:bgPr>
        <a:blipFill xmlns:a="http://schemas.openxmlformats.org/drawingml/2006/main">
          <a:blip xmlns:r="http://schemas.openxmlformats.org/officeDocument/2006/relationships" r:embed="R3bea64e2165f4c38">
            <a:alphaModFix/>
          </a:blip>
          <a:stretch>
            <a:fillRect l="0" t="0" r="0" b="0"/>
          </a:stretch>
        </a:blipFill>
      </p:bgPr>
    </p:bg>
    <p:spTree>
      <p:nvGrpSpPr>
        <p:cNvPr id="1" name=""/>
        <p:cNvGrpSpPr/>
        <p:nvPr/>
      </p:nvGrpSpPr>
      <p:grpSpPr>
        <a:xfrm xmlns:a="http://schemas.openxmlformats.org/drawingml/2006/main"/>
      </p:grpSpPr>
      <p:pic>
        <p:nvPicPr>
          <p:cNvPr id="231" name="Google Shape;231;p34">
            <a:extLst xmlns:a="http://schemas.openxmlformats.org/drawingml/2006/main">
              <a:ext uri="{FF2B5EF4-FFF2-40B4-BE49-F238E27FC236}">
                <a16:creationId xmlns:a16="http://schemas.microsoft.com/office/drawing/2014/main" id="{D1E2581E-007F-40AC-BDA5-2E843818D22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8696761f0034b08">
            <a:alphaModFix/>
          </a:blip>
          <a:srcRect xmlns:a="http://schemas.openxmlformats.org/drawingml/2006/main" l="24017" t="0" r="38005" b="0"/>
          <a:stretch xmlns:a="http://schemas.openxmlformats.org/drawingml/2006/main"/>
        </p:blipFill>
        <p:spPr>
          <a:xfrm xmlns:a="http://schemas.openxmlformats.org/drawingml/2006/main">
            <a:off x="6213200" y="0"/>
            <a:ext cx="2930801" cy="5143501"/>
          </a:xfrm>
          <a:prstGeom xmlns:a="http://schemas.openxmlformats.org/drawingml/2006/main" prst="rect">
            <a:avLst/>
          </a:prstGeom>
          <a:ln xmlns:a="http://schemas.openxmlformats.org/drawingml/2006/main">
            <a:noFill/>
          </a:ln>
        </p:spPr>
      </p:pic>
      <p:sp>
        <p:nvSpPr>
          <p:cNvPr id="232" name="Google Shape;232;p34">
            <a:extLst xmlns:a="http://schemas.openxmlformats.org/drawingml/2006/main">
              <a:ext uri="{FF2B5EF4-FFF2-40B4-BE49-F238E27FC236}">
                <a16:creationId xmlns:a16="http://schemas.microsoft.com/office/drawing/2014/main" id="{D66AEA87-A135-4699-B399-EC0AF032311F}"/>
              </a:ext>
            </a:extLst>
          </p:cNvPr>
          <p:cNvSpPr>
            <a:spLocks xmlns:a="http://schemas.openxmlformats.org/drawingml/2006/main" noGrp="1"/>
          </p:cNvSpPr>
          <p:nvPr/>
        </p:nvSpPr>
        <p:spPr>
          <a:xfrm xmlns:a="http://schemas.openxmlformats.org/drawingml/2006/main">
            <a:off x="695325" y="1257300"/>
            <a:ext cx="5095875"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D30D3A"/>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775" b="1">
                <a:solidFill>
                  <a:srgbClr val="D30D3A"/>
                </a:solidFill>
                <a:latin typeface="IBM Plex Sans Arabic"/>
                <a:ea typeface="IBM Plex Sans Arabic"/>
                <a:cs typeface="IBM Plex Sans Arabic"/>
              </a:defRPr>
            </a:pPr>
            <a:r>
              <a:rPr sz="2775" b="1" lang="ar-SA">
                <a:solidFill>
                  <a:srgbClr val="D30D3A"/>
                </a:solidFill>
                <a:latin typeface="IBM Plex Sans Arabic"/>
                <a:ea typeface="IBM Plex Sans Arabic"/>
                <a:cs typeface="IBM Plex Sans Arabic"/>
              </a:rPr>
              <a:t>ملخص الحل</a:t>
            </a:r>
          </a:p>
        </p:txBody>
      </p:sp>
      <p:sp>
        <p:nvSpPr>
          <p:cNvPr id="233" name="Google Shape;233;p34">
            <a:extLst xmlns:a="http://schemas.openxmlformats.org/drawingml/2006/main">
              <a:ext uri="{FF2B5EF4-FFF2-40B4-BE49-F238E27FC236}">
                <a16:creationId xmlns:a16="http://schemas.microsoft.com/office/drawing/2014/main" id="{52B73215-B3D9-4851-A614-72BB208E32EE}"/>
              </a:ext>
            </a:extLst>
          </p:cNvPr>
          <p:cNvSpPr>
            <a:spLocks xmlns:a="http://schemas.openxmlformats.org/drawingml/2006/main" noGrp="1"/>
          </p:cNvSpPr>
          <p:nvPr/>
        </p:nvSpPr>
        <p:spPr>
          <a:xfrm xmlns:a="http://schemas.openxmlformats.org/drawingml/2006/main">
            <a:off x="695325" y="2171700"/>
            <a:ext cx="5095875" cy="240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72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للأفراد</a:t>
            </a:r>
          </a:p>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اختيار المدينة والنبات، ثم دليل العناية.</a:t>
            </a:r>
          </a:p>
          <a:p xmlns:a="http://schemas.openxmlformats.org/drawingml/2006/main">
            <a:pPr>
              <a:spcBef>
                <a:spcPts val="0"/>
              </a:spcBef>
              <a:spcAft>
                <a:spcPts val="0"/>
              </a:spcAft>
            </a:pPr>
            <a:r>
              <a:t/>
            </a:r>
          </a:p>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لفرق المسطحات</a:t>
            </a:r>
          </a:p>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قياس وتوصية واعتماد وتوثيق وتقارير.</a:t>
            </a:r>
          </a:p>
          <a:p xmlns:a="http://schemas.openxmlformats.org/drawingml/2006/main">
            <a:pPr>
              <a:spcBef>
                <a:spcPts val="0"/>
              </a:spcBef>
              <a:spcAft>
                <a:spcPts val="0"/>
              </a:spcAft>
            </a:pPr>
            <a:r>
              <a:t/>
            </a:r>
          </a:p>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للتجربة</a:t>
            </a:r>
          </a:p>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توأم يقارن استراتيجيات الري دون تغيير السجلات.</a:t>
            </a:r>
          </a:p>
        </p:txBody>
      </p:sp>
      <p:pic>
        <p:nvPicPr>
          <p:cNvPr id="234" name="">
            <a:extLst xmlns:a="http://schemas.openxmlformats.org/drawingml/2006/main">
              <a:ext uri="{FF2B5EF4-FFF2-40B4-BE49-F238E27FC236}">
                <a16:creationId xmlns:a16="http://schemas.microsoft.com/office/drawing/2014/main" id="{CF530EF5-6365-47B1-8026-4D5E4739CD17}"/>
              </a:ext>
            </a:extLst>
          </p:cNvPr>
          <p:cNvPicPr>
            <a:picLocks xmlns:a="http://schemas.openxmlformats.org/drawingml/2006/main" noChangeAspect="1"/>
          </p:cNvPicPr>
          <p:nvPr/>
        </p:nvPicPr>
        <p:blipFill>
          <a:blip xmlns:r="http://schemas.openxmlformats.org/officeDocument/2006/relationships" xmlns:a="http://schemas.openxmlformats.org/drawingml/2006/main" r:embed="Rd03e016a2aec47f4"/>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313374807"/>
      </p:ext>
    </p:extLst>
  </p:cSld>
</p:sld>
</file>

<file path=ppt/slides/slide11.xml><?xml version="1.0" encoding="utf-8"?>
<p:sld xmlns:p="http://schemas.openxmlformats.org/presentationml/2006/main">
  <p:cSld>
    <p:bg>
      <p:bgPr>
        <a:blipFill xmlns:a="http://schemas.openxmlformats.org/drawingml/2006/main">
          <a:blip xmlns:r="http://schemas.openxmlformats.org/officeDocument/2006/relationships" r:embed="R91d92e264ba248cb">
            <a:alphaModFix/>
          </a:blip>
          <a:stretch>
            <a:fillRect l="0" t="0" r="0" b="0"/>
          </a:stretch>
        </a:blipFill>
      </p:bgPr>
    </p:bg>
    <p:spTree>
      <p:nvGrpSpPr>
        <p:cNvPr id="1" name=""/>
        <p:cNvGrpSpPr/>
        <p:nvPr/>
      </p:nvGrpSpPr>
      <p:grpSpPr>
        <a:xfrm xmlns:a="http://schemas.openxmlformats.org/drawingml/2006/main"/>
      </p:grpSpPr>
      <p:sp>
        <p:nvSpPr>
          <p:cNvPr id="238" name="Google Shape;238;p35">
            <a:extLst xmlns:a="http://schemas.openxmlformats.org/drawingml/2006/main">
              <a:ext uri="{FF2B5EF4-FFF2-40B4-BE49-F238E27FC236}">
                <a16:creationId xmlns:a16="http://schemas.microsoft.com/office/drawing/2014/main" id="{28FDDE11-2746-49DA-B5F2-9260DCB6227A}"/>
              </a:ext>
            </a:extLst>
          </p:cNvPr>
          <p:cNvSpPr>
            <a:spLocks xmlns:a="http://schemas.openxmlformats.org/drawingml/2006/main" noGrp="1"/>
          </p:cNvSpPr>
          <p:nvPr/>
        </p:nvSpPr>
        <p:spPr>
          <a:xfrm xmlns:a="http://schemas.openxmlformats.org/drawingml/2006/main">
            <a:off x="2286000" y="781050"/>
            <a:ext cx="61722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D30D3A"/>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775" b="1">
                <a:solidFill>
                  <a:srgbClr val="D30D3A"/>
                </a:solidFill>
                <a:latin typeface="IBM Plex Sans Arabic"/>
                <a:ea typeface="IBM Plex Sans Arabic"/>
                <a:cs typeface="IBM Plex Sans Arabic"/>
              </a:defRPr>
            </a:pPr>
            <a:r>
              <a:rPr sz="2775" b="1" lang="ar-SA">
                <a:solidFill>
                  <a:srgbClr val="D30D3A"/>
                </a:solidFill>
                <a:latin typeface="IBM Plex Sans Arabic"/>
                <a:ea typeface="IBM Plex Sans Arabic"/>
                <a:cs typeface="IBM Plex Sans Arabic"/>
              </a:rPr>
              <a:t>الاختبار والتحقق</a:t>
            </a:r>
          </a:p>
        </p:txBody>
      </p:sp>
      <p:sp>
        <p:nvSpPr>
          <p:cNvPr id="239" name="Google Shape;239;p35">
            <a:extLst xmlns:a="http://schemas.openxmlformats.org/drawingml/2006/main">
              <a:ext uri="{FF2B5EF4-FFF2-40B4-BE49-F238E27FC236}">
                <a16:creationId xmlns:a16="http://schemas.microsoft.com/office/drawing/2014/main" id="{3D43ABD6-6D7E-4A8C-AAF5-27B8F35260D0}"/>
              </a:ext>
            </a:extLst>
          </p:cNvPr>
          <p:cNvSpPr>
            <a:spLocks xmlns:a="http://schemas.openxmlformats.org/drawingml/2006/main" noGrp="1"/>
          </p:cNvSpPr>
          <p:nvPr/>
        </p:nvSpPr>
        <p:spPr>
          <a:xfrm xmlns:a="http://schemas.openxmlformats.org/drawingml/2006/main">
            <a:off x="876300" y="1428750"/>
            <a:ext cx="75819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72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محاكاة الرياض: 28 يومًا، ومتوسط 5 تشغيلات لكل موسم</a:t>
            </a:r>
          </a:p>
        </p:txBody>
      </p:sp>
      <p:sp>
        <p:nvSpPr>
          <p:cNvPr id="240" name="water-units">
            <a:extLst xmlns:a="http://schemas.openxmlformats.org/drawingml/2006/main">
              <a:ext uri="{FF2B5EF4-FFF2-40B4-BE49-F238E27FC236}">
                <a16:creationId xmlns:a16="http://schemas.microsoft.com/office/drawing/2014/main" id="{E5369156-5C14-4833-AA6A-06AC2A68EAEA}"/>
              </a:ext>
            </a:extLst>
          </p:cNvPr>
          <p:cNvSpPr>
            <a:spLocks xmlns:a="http://schemas.openxmlformats.org/drawingml/2006/main" noGrp="1"/>
          </p:cNvSpPr>
          <p:nvPr/>
        </p:nvSpPr>
        <p:spPr>
          <a:xfrm xmlns:a="http://schemas.openxmlformats.org/drawingml/2006/main">
            <a:off x="876300" y="1866900"/>
            <a:ext cx="7581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D9D5E3"/>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00" b="0">
                <a:solidFill>
                  <a:srgbClr val="D9D5E3"/>
                </a:solidFill>
                <a:latin typeface="IBM Plex Sans Arabic"/>
                <a:ea typeface="IBM Plex Sans Arabic"/>
                <a:cs typeface="IBM Plex Sans Arabic"/>
              </a:defRPr>
            </a:pPr>
            <a:r>
              <a:rPr sz="1500" b="0" lang="ar-SA">
                <a:solidFill>
                  <a:srgbClr val="D9D5E3"/>
                </a:solidFill>
                <a:latin typeface="IBM Plex Sans Arabic"/>
                <a:ea typeface="IBM Plex Sans Arabic"/>
                <a:cs typeface="IBM Plex Sans Arabic"/>
              </a:rPr>
              <a:t>مياه المحاكاة بالمتر المكعب</a:t>
            </a:r>
          </a:p>
        </p:txBody>
      </p:sp>
      <p:graphicFrame>
        <p:nvGraphicFramePr>
          <p:cNvPr id="241" name="">
            <a:extLst xmlns:a="http://schemas.openxmlformats.org/drawingml/2006/main">
              <a:ext uri="{FF2B5EF4-FFF2-40B4-BE49-F238E27FC236}">
                <a16:creationId xmlns:a16="http://schemas.microsoft.com/office/drawing/2014/main" id="{43268F45-1290-44F8-BCF1-2C6C98DB3E06}"/>
              </a:ext>
            </a:extLst>
          </p:cNvPr>
          <p:cNvGraphicFramePr/>
          <p:nvPr/>
        </p:nvGraphicFramePr>
        <p:xfrm>
          <a:off xmlns:a="http://schemas.openxmlformats.org/drawingml/2006/main" x="876300" y="2247900"/>
          <a:ext xmlns:a="http://schemas.openxmlformats.org/drawingml/2006/main" cx="7581900" cy="1524000"/>
        </p:xfrm>
        <a:graphic xmlns:a="http://schemas.openxmlformats.org/drawingml/2006/main">
          <a:graphicData uri="http://schemas.openxmlformats.org/drawingml/2006/table">
            <a:tbl>
              <a:tblPr firstRow="0" bandRow="0"/>
              <a:tblGrid>
                <a:gridCol w="1809750"/>
                <a:gridCol w="1809750"/>
                <a:gridCol w="1809750"/>
                <a:gridCol w="2152650"/>
              </a:tblGrid>
              <a:tr h="381000">
                <a:tc>
                  <a:txBody>
                    <a:bodyPr lIns="47625" tIns="47625" rIns="47625" bIns="47625"/>
                    <a:lstStyle/>
                    <a:p>
                      <a:pPr algn="ctr" rtl="1"/>
                      <a:r>
                        <a:rPr sz="1500" b="1" lang="ar-SA">
                          <a:solidFill>
                            <a:srgbClr val="FFFFFF"/>
                          </a:solidFill>
                          <a:latin typeface="IBM Plex Sans Arabic"/>
                          <a:ea typeface="IBM Plex Sans Arabic"/>
                          <a:cs typeface="IBM Plex Sans Arabic"/>
                        </a:rPr>
                        <a:t>أنبت</a:t>
                      </a:r>
                    </a:p>
                  </a:txBody>
                  <a:tcPr marL="91440" marR="91440" marT="45720" marB="45720" anchor="ctr">
                    <a:lnL w="5715">
                      <a:solidFill>
                        <a:srgbClr val="5F576E"/>
                      </a:solidFill>
                      <a:prstDash val="solid"/>
                    </a:lnL>
                    <a:lnR w="5715">
                      <a:solidFill>
                        <a:srgbClr val="5F576E"/>
                      </a:solidFill>
                      <a:prstDash val="solid"/>
                    </a:lnR>
                    <a:lnT w="5715">
                      <a:solidFill>
                        <a:srgbClr val="5F576E"/>
                      </a:solidFill>
                      <a:prstDash val="solid"/>
                    </a:lnT>
                    <a:lnB w="5715">
                      <a:solidFill>
                        <a:srgbClr val="5F576E"/>
                      </a:solidFill>
                      <a:prstDash val="solid"/>
                    </a:lnB>
                    <a:solidFill>
                      <a:srgbClr val="4B307C"/>
                    </a:solidFill>
                  </a:tcPr>
                </a:tc>
                <a:tc>
                  <a:txBody>
                    <a:bodyPr lIns="47625" tIns="47625" rIns="47625" bIns="47625"/>
                    <a:lstStyle/>
                    <a:p>
                      <a:pPr algn="ctr" rtl="1"/>
                      <a:r>
                        <a:rPr sz="1500" b="1" lang="ar-SA">
                          <a:solidFill>
                            <a:srgbClr val="FFFFFF"/>
                          </a:solidFill>
                          <a:latin typeface="IBM Plex Sans Arabic"/>
                          <a:ea typeface="IBM Plex Sans Arabic"/>
                          <a:cs typeface="IBM Plex Sans Arabic"/>
                        </a:rPr>
                        <a:t>حساسات فقط</a:t>
                      </a:r>
                    </a:p>
                  </a:txBody>
                  <a:tcPr marL="91440" marR="91440" marT="45720" marB="45720" anchor="ctr">
                    <a:lnR w="5715">
                      <a:solidFill>
                        <a:srgbClr val="5F576E"/>
                      </a:solidFill>
                      <a:prstDash val="solid"/>
                    </a:lnR>
                    <a:lnT w="5715">
                      <a:solidFill>
                        <a:srgbClr val="5F576E"/>
                      </a:solidFill>
                      <a:prstDash val="solid"/>
                    </a:lnT>
                    <a:lnB w="5715">
                      <a:solidFill>
                        <a:srgbClr val="5F576E"/>
                      </a:solidFill>
                      <a:prstDash val="solid"/>
                    </a:lnB>
                    <a:solidFill>
                      <a:srgbClr val="4B307C"/>
                    </a:solidFill>
                  </a:tcPr>
                </a:tc>
                <a:tc>
                  <a:txBody>
                    <a:bodyPr lIns="47625" tIns="47625" rIns="47625" bIns="47625"/>
                    <a:lstStyle/>
                    <a:p>
                      <a:pPr algn="ctr" rtl="1"/>
                      <a:r>
                        <a:rPr sz="1500" b="1" lang="ar-SA">
                          <a:solidFill>
                            <a:srgbClr val="FFFFFF"/>
                          </a:solidFill>
                          <a:latin typeface="IBM Plex Sans Arabic"/>
                          <a:ea typeface="IBM Plex Sans Arabic"/>
                          <a:cs typeface="IBM Plex Sans Arabic"/>
                        </a:rPr>
                        <a:t>جدول ثابت</a:t>
                      </a:r>
                    </a:p>
                  </a:txBody>
                  <a:tcPr marL="91440" marR="91440" marT="45720" marB="45720" anchor="ctr">
                    <a:lnR w="5715">
                      <a:solidFill>
                        <a:srgbClr val="5F576E"/>
                      </a:solidFill>
                      <a:prstDash val="solid"/>
                    </a:lnR>
                    <a:lnT w="5715">
                      <a:solidFill>
                        <a:srgbClr val="5F576E"/>
                      </a:solidFill>
                      <a:prstDash val="solid"/>
                    </a:lnT>
                    <a:lnB w="5715">
                      <a:solidFill>
                        <a:srgbClr val="5F576E"/>
                      </a:solidFill>
                      <a:prstDash val="solid"/>
                    </a:lnB>
                    <a:solidFill>
                      <a:srgbClr val="4B307C"/>
                    </a:solidFill>
                  </a:tcPr>
                </a:tc>
                <a:tc>
                  <a:txBody>
                    <a:bodyPr lIns="47625" tIns="47625" rIns="47625" bIns="47625"/>
                    <a:lstStyle/>
                    <a:p>
                      <a:pPr algn="ctr" rtl="1"/>
                      <a:r>
                        <a:rPr sz="1500" b="1" lang="ar-SA">
                          <a:solidFill>
                            <a:srgbClr val="FFFFFF"/>
                          </a:solidFill>
                          <a:latin typeface="IBM Plex Sans Arabic"/>
                          <a:ea typeface="IBM Plex Sans Arabic"/>
                          <a:cs typeface="IBM Plex Sans Arabic"/>
                        </a:rPr>
                        <a:t>الموسم</a:t>
                      </a:r>
                    </a:p>
                  </a:txBody>
                  <a:tcPr marL="91440" marR="91440" marT="45720" marB="45720" anchor="ctr">
                    <a:lnR w="5715">
                      <a:solidFill>
                        <a:srgbClr val="5F576E"/>
                      </a:solidFill>
                      <a:prstDash val="solid"/>
                    </a:lnR>
                    <a:lnT w="5715">
                      <a:solidFill>
                        <a:srgbClr val="5F576E"/>
                      </a:solidFill>
                      <a:prstDash val="solid"/>
                    </a:lnT>
                    <a:lnB w="5715">
                      <a:solidFill>
                        <a:srgbClr val="5F576E"/>
                      </a:solidFill>
                      <a:prstDash val="solid"/>
                    </a:lnB>
                    <a:solidFill>
                      <a:srgbClr val="4B307C"/>
                    </a:solidFill>
                  </a:tcPr>
                </a:tc>
              </a:tr>
              <a:tr h="381000">
                <a:tc>
                  <a:txBody>
                    <a:bodyPr lIns="47625" tIns="47625" rIns="47625" bIns="47625"/>
                    <a:lstStyle/>
                    <a:p>
                      <a:pPr algn="ctr"/>
                      <a:r>
                        <a:rPr sz="1725" b="1">
                          <a:solidFill>
                            <a:srgbClr val="FFFFFF"/>
                          </a:solidFill>
                          <a:latin typeface="IBM Plex Sans Arabic"/>
                          <a:ea typeface="IBM Plex Sans Arabic"/>
                          <a:cs typeface="IBM Plex Sans Arabic"/>
                        </a:rPr>
                        <a:t>626.8</a:t>
                      </a:r>
                    </a:p>
                  </a:txBody>
                  <a:tcPr marL="91440" marR="91440" marT="45720" marB="45720" anchor="ctr">
                    <a:lnL w="5715">
                      <a:solidFill>
                        <a:srgbClr val="5F576E"/>
                      </a:solidFill>
                      <a:prstDash val="solid"/>
                    </a:lnL>
                    <a:lnR w="5715">
                      <a:solidFill>
                        <a:srgbClr val="5F576E"/>
                      </a:solidFill>
                      <a:prstDash val="solid"/>
                    </a:lnR>
                    <a:lnB w="5715">
                      <a:solidFill>
                        <a:srgbClr val="5F576E"/>
                      </a:solidFill>
                      <a:prstDash val="solid"/>
                    </a:lnB>
                    <a:solidFill>
                      <a:srgbClr val="234235"/>
                    </a:solidFill>
                  </a:tcPr>
                </a:tc>
                <a:tc>
                  <a:txBody>
                    <a:bodyPr lIns="47625" tIns="47625" rIns="47625" bIns="47625"/>
                    <a:lstStyle/>
                    <a:p>
                      <a:pPr algn="ctr"/>
                      <a:r>
                        <a:rPr sz="1725" b="0">
                          <a:solidFill>
                            <a:srgbClr val="FFFFFF"/>
                          </a:solidFill>
                          <a:latin typeface="IBM Plex Sans Arabic"/>
                          <a:ea typeface="IBM Plex Sans Arabic"/>
                          <a:cs typeface="IBM Plex Sans Arabic"/>
                        </a:rPr>
                        <a:t>611.2</a:t>
                      </a:r>
                    </a:p>
                  </a:txBody>
                  <a:tcPr marL="91440" marR="91440" marT="45720" marB="45720" anchor="ctr">
                    <a:lnR w="5715">
                      <a:solidFill>
                        <a:srgbClr val="5F576E"/>
                      </a:solidFill>
                      <a:prstDash val="solid"/>
                    </a:lnR>
                    <a:lnB w="5715">
                      <a:solidFill>
                        <a:srgbClr val="5F576E"/>
                      </a:solidFill>
                      <a:prstDash val="solid"/>
                    </a:lnB>
                    <a:solidFill>
                      <a:srgbClr val="101014"/>
                    </a:solidFill>
                  </a:tcPr>
                </a:tc>
                <a:tc>
                  <a:txBody>
                    <a:bodyPr lIns="47625" tIns="47625" rIns="47625" bIns="47625"/>
                    <a:lstStyle/>
                    <a:p>
                      <a:pPr algn="ctr"/>
                      <a:r>
                        <a:rPr sz="1725" b="0">
                          <a:solidFill>
                            <a:srgbClr val="FFFFFF"/>
                          </a:solidFill>
                          <a:latin typeface="IBM Plex Sans Arabic"/>
                          <a:ea typeface="IBM Plex Sans Arabic"/>
                          <a:cs typeface="IBM Plex Sans Arabic"/>
                        </a:rPr>
                        <a:t>584.6</a:t>
                      </a:r>
                    </a:p>
                  </a:txBody>
                  <a:tcPr marL="91440" marR="91440" marT="45720" marB="45720" anchor="ctr">
                    <a:lnR w="5715">
                      <a:solidFill>
                        <a:srgbClr val="5F576E"/>
                      </a:solidFill>
                      <a:prstDash val="solid"/>
                    </a:lnR>
                    <a:lnB w="5715">
                      <a:solidFill>
                        <a:srgbClr val="5F576E"/>
                      </a:solidFill>
                      <a:prstDash val="solid"/>
                    </a:lnB>
                    <a:solidFill>
                      <a:srgbClr val="101014"/>
                    </a:solidFill>
                  </a:tcPr>
                </a:tc>
                <a:tc>
                  <a:txBody>
                    <a:bodyPr lIns="47625" tIns="47625" rIns="47625" bIns="47625"/>
                    <a:lstStyle/>
                    <a:p>
                      <a:pPr algn="ctr" rtl="1"/>
                      <a:r>
                        <a:rPr sz="1725" b="0" lang="ar-SA">
                          <a:solidFill>
                            <a:srgbClr val="FFFFFF"/>
                          </a:solidFill>
                          <a:latin typeface="IBM Plex Sans Arabic"/>
                          <a:ea typeface="IBM Plex Sans Arabic"/>
                          <a:cs typeface="IBM Plex Sans Arabic"/>
                        </a:rPr>
                        <a:t>الصيف</a:t>
                      </a:r>
                    </a:p>
                  </a:txBody>
                  <a:tcPr marL="91440" marR="91440" marT="45720" marB="45720" anchor="ctr">
                    <a:lnR w="5715">
                      <a:solidFill>
                        <a:srgbClr val="5F576E"/>
                      </a:solidFill>
                      <a:prstDash val="solid"/>
                    </a:lnR>
                    <a:lnB w="5715">
                      <a:solidFill>
                        <a:srgbClr val="5F576E"/>
                      </a:solidFill>
                      <a:prstDash val="solid"/>
                    </a:lnB>
                    <a:solidFill>
                      <a:srgbClr val="101014"/>
                    </a:solidFill>
                  </a:tcPr>
                </a:tc>
              </a:tr>
              <a:tr h="381000">
                <a:tc>
                  <a:txBody>
                    <a:bodyPr lIns="47625" tIns="47625" rIns="47625" bIns="47625"/>
                    <a:lstStyle/>
                    <a:p>
                      <a:pPr algn="ctr"/>
                      <a:r>
                        <a:rPr sz="1725" b="1">
                          <a:solidFill>
                            <a:srgbClr val="FFFFFF"/>
                          </a:solidFill>
                          <a:latin typeface="IBM Plex Sans Arabic"/>
                          <a:ea typeface="IBM Plex Sans Arabic"/>
                          <a:cs typeface="IBM Plex Sans Arabic"/>
                        </a:rPr>
                        <a:t>152.1</a:t>
                      </a:r>
                    </a:p>
                  </a:txBody>
                  <a:tcPr marL="91440" marR="91440" marT="45720" marB="45720" anchor="ctr">
                    <a:lnL w="5715">
                      <a:solidFill>
                        <a:srgbClr val="5F576E"/>
                      </a:solidFill>
                      <a:prstDash val="solid"/>
                    </a:lnL>
                    <a:lnR w="5715">
                      <a:solidFill>
                        <a:srgbClr val="5F576E"/>
                      </a:solidFill>
                      <a:prstDash val="solid"/>
                    </a:lnR>
                    <a:lnB w="5715">
                      <a:solidFill>
                        <a:srgbClr val="5F576E"/>
                      </a:solidFill>
                      <a:prstDash val="solid"/>
                    </a:lnB>
                    <a:solidFill>
                      <a:srgbClr val="234235"/>
                    </a:solidFill>
                  </a:tcPr>
                </a:tc>
                <a:tc>
                  <a:txBody>
                    <a:bodyPr lIns="47625" tIns="47625" rIns="47625" bIns="47625"/>
                    <a:lstStyle/>
                    <a:p>
                      <a:pPr algn="ctr"/>
                      <a:r>
                        <a:rPr sz="1725" b="0">
                          <a:solidFill>
                            <a:srgbClr val="FFFFFF"/>
                          </a:solidFill>
                          <a:latin typeface="IBM Plex Sans Arabic"/>
                          <a:ea typeface="IBM Plex Sans Arabic"/>
                          <a:cs typeface="IBM Plex Sans Arabic"/>
                        </a:rPr>
                        <a:t>181.6</a:t>
                      </a:r>
                    </a:p>
                  </a:txBody>
                  <a:tcPr marL="91440" marR="91440" marT="45720" marB="45720" anchor="ctr">
                    <a:lnR w="5715">
                      <a:solidFill>
                        <a:srgbClr val="5F576E"/>
                      </a:solidFill>
                      <a:prstDash val="solid"/>
                    </a:lnR>
                    <a:lnB w="5715">
                      <a:solidFill>
                        <a:srgbClr val="5F576E"/>
                      </a:solidFill>
                      <a:prstDash val="solid"/>
                    </a:lnB>
                    <a:solidFill>
                      <a:srgbClr val="101014"/>
                    </a:solidFill>
                  </a:tcPr>
                </a:tc>
                <a:tc>
                  <a:txBody>
                    <a:bodyPr lIns="47625" tIns="47625" rIns="47625" bIns="47625"/>
                    <a:lstStyle/>
                    <a:p>
                      <a:pPr algn="ctr"/>
                      <a:r>
                        <a:rPr sz="1725" b="0">
                          <a:solidFill>
                            <a:srgbClr val="FFFFFF"/>
                          </a:solidFill>
                          <a:latin typeface="IBM Plex Sans Arabic"/>
                          <a:ea typeface="IBM Plex Sans Arabic"/>
                          <a:cs typeface="IBM Plex Sans Arabic"/>
                        </a:rPr>
                        <a:t>219.2</a:t>
                      </a:r>
                    </a:p>
                  </a:txBody>
                  <a:tcPr marL="91440" marR="91440" marT="45720" marB="45720" anchor="ctr">
                    <a:lnR w="5715">
                      <a:solidFill>
                        <a:srgbClr val="5F576E"/>
                      </a:solidFill>
                      <a:prstDash val="solid"/>
                    </a:lnR>
                    <a:lnB w="5715">
                      <a:solidFill>
                        <a:srgbClr val="5F576E"/>
                      </a:solidFill>
                      <a:prstDash val="solid"/>
                    </a:lnB>
                    <a:solidFill>
                      <a:srgbClr val="101014"/>
                    </a:solidFill>
                  </a:tcPr>
                </a:tc>
                <a:tc>
                  <a:txBody>
                    <a:bodyPr lIns="47625" tIns="47625" rIns="47625" bIns="47625"/>
                    <a:lstStyle/>
                    <a:p>
                      <a:pPr algn="ctr" rtl="1"/>
                      <a:r>
                        <a:rPr sz="1725" b="0" lang="ar-SA">
                          <a:solidFill>
                            <a:srgbClr val="FFFFFF"/>
                          </a:solidFill>
                          <a:latin typeface="IBM Plex Sans Arabic"/>
                          <a:ea typeface="IBM Plex Sans Arabic"/>
                          <a:cs typeface="IBM Plex Sans Arabic"/>
                        </a:rPr>
                        <a:t>الشتاء</a:t>
                      </a:r>
                    </a:p>
                  </a:txBody>
                  <a:tcPr marL="91440" marR="91440" marT="45720" marB="45720" anchor="ctr">
                    <a:lnR w="5715">
                      <a:solidFill>
                        <a:srgbClr val="5F576E"/>
                      </a:solidFill>
                      <a:prstDash val="solid"/>
                    </a:lnR>
                    <a:lnB w="5715">
                      <a:solidFill>
                        <a:srgbClr val="5F576E"/>
                      </a:solidFill>
                      <a:prstDash val="solid"/>
                    </a:lnB>
                    <a:solidFill>
                      <a:srgbClr val="101014"/>
                    </a:solidFill>
                  </a:tcPr>
                </a:tc>
              </a:tr>
              <a:tr h="381000">
                <a:tc>
                  <a:txBody>
                    <a:bodyPr lIns="47625" tIns="47625" rIns="47625" bIns="47625"/>
                    <a:lstStyle/>
                    <a:p>
                      <a:pPr algn="ctr"/>
                      <a:r>
                        <a:rPr sz="1725" b="1">
                          <a:solidFill>
                            <a:srgbClr val="FFFFFF"/>
                          </a:solidFill>
                          <a:latin typeface="IBM Plex Sans Arabic"/>
                          <a:ea typeface="IBM Plex Sans Arabic"/>
                          <a:cs typeface="IBM Plex Sans Arabic"/>
                        </a:rPr>
                        <a:t>396.2</a:t>
                      </a:r>
                    </a:p>
                  </a:txBody>
                  <a:tcPr marL="91440" marR="91440" marT="45720" marB="45720" anchor="ctr">
                    <a:lnL w="5715">
                      <a:solidFill>
                        <a:srgbClr val="5F576E"/>
                      </a:solidFill>
                      <a:prstDash val="solid"/>
                    </a:lnL>
                    <a:lnR w="5715">
                      <a:solidFill>
                        <a:srgbClr val="5F576E"/>
                      </a:solidFill>
                      <a:prstDash val="solid"/>
                    </a:lnR>
                    <a:lnB w="5715">
                      <a:solidFill>
                        <a:srgbClr val="5F576E"/>
                      </a:solidFill>
                      <a:prstDash val="solid"/>
                    </a:lnB>
                    <a:solidFill>
                      <a:srgbClr val="234235"/>
                    </a:solidFill>
                  </a:tcPr>
                </a:tc>
                <a:tc>
                  <a:txBody>
                    <a:bodyPr lIns="47625" tIns="47625" rIns="47625" bIns="47625"/>
                    <a:lstStyle/>
                    <a:p>
                      <a:pPr algn="ctr"/>
                      <a:r>
                        <a:rPr sz="1725" b="0">
                          <a:solidFill>
                            <a:srgbClr val="FFFFFF"/>
                          </a:solidFill>
                          <a:latin typeface="IBM Plex Sans Arabic"/>
                          <a:ea typeface="IBM Plex Sans Arabic"/>
                          <a:cs typeface="IBM Plex Sans Arabic"/>
                        </a:rPr>
                        <a:t>420.7</a:t>
                      </a:r>
                    </a:p>
                  </a:txBody>
                  <a:tcPr marL="91440" marR="91440" marT="45720" marB="45720" anchor="ctr">
                    <a:lnR w="5715">
                      <a:solidFill>
                        <a:srgbClr val="5F576E"/>
                      </a:solidFill>
                      <a:prstDash val="solid"/>
                    </a:lnR>
                    <a:lnB w="5715">
                      <a:solidFill>
                        <a:srgbClr val="5F576E"/>
                      </a:solidFill>
                      <a:prstDash val="solid"/>
                    </a:lnB>
                    <a:solidFill>
                      <a:srgbClr val="101014"/>
                    </a:solidFill>
                  </a:tcPr>
                </a:tc>
                <a:tc>
                  <a:txBody>
                    <a:bodyPr lIns="47625" tIns="47625" rIns="47625" bIns="47625"/>
                    <a:lstStyle/>
                    <a:p>
                      <a:pPr algn="ctr"/>
                      <a:r>
                        <a:rPr sz="1725" b="0">
                          <a:solidFill>
                            <a:srgbClr val="FFFFFF"/>
                          </a:solidFill>
                          <a:latin typeface="IBM Plex Sans Arabic"/>
                          <a:ea typeface="IBM Plex Sans Arabic"/>
                          <a:cs typeface="IBM Plex Sans Arabic"/>
                        </a:rPr>
                        <a:t>438.5</a:t>
                      </a:r>
                    </a:p>
                  </a:txBody>
                  <a:tcPr marL="91440" marR="91440" marT="45720" marB="45720" anchor="ctr">
                    <a:lnR w="5715">
                      <a:solidFill>
                        <a:srgbClr val="5F576E"/>
                      </a:solidFill>
                      <a:prstDash val="solid"/>
                    </a:lnR>
                    <a:lnB w="5715">
                      <a:solidFill>
                        <a:srgbClr val="5F576E"/>
                      </a:solidFill>
                      <a:prstDash val="solid"/>
                    </a:lnB>
                    <a:solidFill>
                      <a:srgbClr val="101014"/>
                    </a:solidFill>
                  </a:tcPr>
                </a:tc>
                <a:tc>
                  <a:txBody>
                    <a:bodyPr lIns="47625" tIns="47625" rIns="47625" bIns="47625"/>
                    <a:lstStyle/>
                    <a:p>
                      <a:pPr algn="ctr" rtl="1"/>
                      <a:r>
                        <a:rPr sz="1725" b="0" lang="ar-SA">
                          <a:solidFill>
                            <a:srgbClr val="FFFFFF"/>
                          </a:solidFill>
                          <a:latin typeface="IBM Plex Sans Arabic"/>
                          <a:ea typeface="IBM Plex Sans Arabic"/>
                          <a:cs typeface="IBM Plex Sans Arabic"/>
                        </a:rPr>
                        <a:t>الربيع</a:t>
                      </a:r>
                    </a:p>
                  </a:txBody>
                  <a:tcPr marL="91440" marR="91440" marT="45720" marB="45720" anchor="ctr">
                    <a:lnR w="5715">
                      <a:solidFill>
                        <a:srgbClr val="5F576E"/>
                      </a:solidFill>
                      <a:prstDash val="solid"/>
                    </a:lnR>
                    <a:lnB w="5715">
                      <a:solidFill>
                        <a:srgbClr val="5F576E"/>
                      </a:solidFill>
                      <a:prstDash val="solid"/>
                    </a:lnB>
                    <a:solidFill>
                      <a:srgbClr val="101014"/>
                    </a:solidFill>
                  </a:tcPr>
                </a:tc>
              </a:tr>
            </a:tbl>
          </a:graphicData>
        </a:graphic>
      </p:graphicFrame>
      <p:sp>
        <p:nvSpPr>
          <p:cNvPr id="242" name="summer-tradeoff">
            <a:extLst xmlns:a="http://schemas.openxmlformats.org/drawingml/2006/main">
              <a:ext uri="{FF2B5EF4-FFF2-40B4-BE49-F238E27FC236}">
                <a16:creationId xmlns:a16="http://schemas.microsoft.com/office/drawing/2014/main" id="{BCA3CE94-7F9F-45BE-9ADD-224CE2E553C4}"/>
              </a:ext>
            </a:extLst>
          </p:cNvPr>
          <p:cNvSpPr>
            <a:spLocks xmlns:a="http://schemas.openxmlformats.org/drawingml/2006/main" noGrp="1"/>
          </p:cNvSpPr>
          <p:nvPr/>
        </p:nvSpPr>
        <p:spPr>
          <a:xfrm xmlns:a="http://schemas.openxmlformats.org/drawingml/2006/main">
            <a:off x="876300" y="3914775"/>
            <a:ext cx="7581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38"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38" b="0">
                <a:solidFill>
                  <a:srgbClr val="FFFFFF"/>
                </a:solidFill>
                <a:latin typeface="IBM Plex Sans Arabic"/>
                <a:ea typeface="IBM Plex Sans Arabic"/>
                <a:cs typeface="IBM Plex Sans Arabic"/>
              </a:defRPr>
            </a:pPr>
            <a:r>
              <a:rPr sz="1538" b="0" lang="ar-SA">
                <a:solidFill>
                  <a:srgbClr val="FFFFFF"/>
                </a:solidFill>
                <a:latin typeface="IBM Plex Sans Arabic"/>
                <a:ea typeface="IBM Plex Sans Arabic"/>
                <a:cs typeface="IBM Plex Sans Arabic"/>
              </a:rPr>
              <a:t>الصيف: احتاج أنبت ماءً أكثر، ورفع الوقت ضمن النطاق من 46.2% إلى 92.8%.</a:t>
            </a:r>
          </a:p>
        </p:txBody>
      </p:sp>
      <p:sp>
        <p:nvSpPr>
          <p:cNvPr id="243" name="software-tests">
            <a:extLst xmlns:a="http://schemas.openxmlformats.org/drawingml/2006/main">
              <a:ext uri="{FF2B5EF4-FFF2-40B4-BE49-F238E27FC236}">
                <a16:creationId xmlns:a16="http://schemas.microsoft.com/office/drawing/2014/main" id="{CF8D9304-BA79-4263-AC7A-8C0632FAFA87}"/>
              </a:ext>
            </a:extLst>
          </p:cNvPr>
          <p:cNvSpPr>
            <a:spLocks xmlns:a="http://schemas.openxmlformats.org/drawingml/2006/main" noGrp="1"/>
          </p:cNvSpPr>
          <p:nvPr/>
        </p:nvSpPr>
        <p:spPr>
          <a:xfrm xmlns:a="http://schemas.openxmlformats.org/drawingml/2006/main">
            <a:off x="876300" y="4495800"/>
            <a:ext cx="7581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1">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75" b="1">
                <a:solidFill>
                  <a:srgbClr val="FFFFFF"/>
                </a:solidFill>
                <a:latin typeface="IBM Plex Sans Arabic"/>
                <a:ea typeface="IBM Plex Sans Arabic"/>
                <a:cs typeface="IBM Plex Sans Arabic"/>
              </a:defRPr>
            </a:pPr>
            <a:r>
              <a:rPr sz="1575" b="1" lang="ar-SA">
                <a:solidFill>
                  <a:srgbClr val="FFFFFF"/>
                </a:solidFill>
                <a:latin typeface="IBM Plex Sans Arabic"/>
                <a:ea typeface="IBM Plex Sans Arabic"/>
                <a:cs typeface="IBM Plex Sans Arabic"/>
              </a:rPr>
              <a:t>اختبارات ناجحة: 136 للخادم و96 للواجهة</a:t>
            </a:r>
          </a:p>
        </p:txBody>
      </p:sp>
      <p:sp>
        <p:nvSpPr>
          <p:cNvPr id="244" name="simulation-disclosure">
            <a:extLst xmlns:a="http://schemas.openxmlformats.org/drawingml/2006/main">
              <a:ext uri="{FF2B5EF4-FFF2-40B4-BE49-F238E27FC236}">
                <a16:creationId xmlns:a16="http://schemas.microsoft.com/office/drawing/2014/main" id="{5B4AB7B9-49B6-460F-91DA-7A99FC572CAB}"/>
              </a:ext>
            </a:extLst>
          </p:cNvPr>
          <p:cNvSpPr>
            <a:spLocks xmlns:a="http://schemas.openxmlformats.org/drawingml/2006/main" noGrp="1"/>
          </p:cNvSpPr>
          <p:nvPr/>
        </p:nvSpPr>
        <p:spPr>
          <a:xfrm xmlns:a="http://schemas.openxmlformats.org/drawingml/2006/main">
            <a:off x="876300" y="4857750"/>
            <a:ext cx="7581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38" b="0">
                <a:solidFill>
                  <a:srgbClr val="D9D5E3"/>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238" b="0">
                <a:solidFill>
                  <a:srgbClr val="D9D5E3"/>
                </a:solidFill>
                <a:latin typeface="IBM Plex Sans Arabic"/>
                <a:ea typeface="IBM Plex Sans Arabic"/>
                <a:cs typeface="IBM Plex Sans Arabic"/>
              </a:defRPr>
            </a:pPr>
            <a:r>
              <a:rPr sz="1238" b="0" lang="ar-SA">
                <a:solidFill>
                  <a:srgbClr val="D9D5E3"/>
                </a:solidFill>
                <a:latin typeface="IBM Plex Sans Arabic"/>
                <a:ea typeface="IBM Plex Sans Arabic"/>
                <a:cs typeface="IBM Plex Sans Arabic"/>
              </a:rPr>
              <a:t>نتائج محاكاة محفوظة، ولا تمثل وفرًا أو أداءً حقليًا مثبتًا.</a:t>
            </a:r>
          </a:p>
        </p:txBody>
      </p:sp>
      <p:pic>
        <p:nvPicPr>
          <p:cNvPr id="245" name="">
            <a:extLst xmlns:a="http://schemas.openxmlformats.org/drawingml/2006/main">
              <a:ext uri="{FF2B5EF4-FFF2-40B4-BE49-F238E27FC236}">
                <a16:creationId xmlns:a16="http://schemas.microsoft.com/office/drawing/2014/main" id="{CA87295C-809E-45BC-BDCD-BCC4A5B6EEBD}"/>
              </a:ext>
            </a:extLst>
          </p:cNvPr>
          <p:cNvPicPr>
            <a:picLocks xmlns:a="http://schemas.openxmlformats.org/drawingml/2006/main" noChangeAspect="1"/>
          </p:cNvPicPr>
          <p:nvPr/>
        </p:nvPicPr>
        <p:blipFill>
          <a:blip xmlns:r="http://schemas.openxmlformats.org/officeDocument/2006/relationships" xmlns:a="http://schemas.openxmlformats.org/drawingml/2006/main" r:embed="R47c19e13fc9d4cc8"/>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1196396645"/>
      </p:ext>
    </p:extLst>
  </p:cSld>
</p:sld>
</file>

<file path=ppt/slides/slide12.xml><?xml version="1.0" encoding="utf-8"?>
<p:sld xmlns:p="http://schemas.openxmlformats.org/presentationml/2006/main">
  <p:cSld>
    <p:bg>
      <p:bgPr>
        <a:blipFill xmlns:a="http://schemas.openxmlformats.org/drawingml/2006/main">
          <a:blip xmlns:r="http://schemas.openxmlformats.org/officeDocument/2006/relationships" r:embed="Re32bb6a7403e48b9">
            <a:alphaModFix/>
          </a:blip>
          <a:stretch>
            <a:fillRect l="0" t="0" r="0" b="0"/>
          </a:stretch>
        </a:blipFill>
      </p:bgPr>
    </p:bg>
    <p:spTree>
      <p:nvGrpSpPr>
        <p:cNvPr id="1" name=""/>
        <p:cNvGrpSpPr/>
        <p:nvPr/>
      </p:nvGrpSpPr>
      <p:grpSpPr>
        <a:xfrm xmlns:a="http://schemas.openxmlformats.org/drawingml/2006/main"/>
      </p:grpSpPr>
      <p:sp>
        <p:nvSpPr>
          <p:cNvPr id="244" name="Google Shape;244;p36">
            <a:extLst xmlns:a="http://schemas.openxmlformats.org/drawingml/2006/main">
              <a:ext uri="{FF2B5EF4-FFF2-40B4-BE49-F238E27FC236}">
                <a16:creationId xmlns:a16="http://schemas.microsoft.com/office/drawing/2014/main" id="{FA62AF89-506B-4849-BDA8-369BCB9DC097}"/>
              </a:ext>
            </a:extLst>
          </p:cNvPr>
          <p:cNvSpPr>
            <a:spLocks xmlns:a="http://schemas.openxmlformats.org/drawingml/2006/main" noGrp="1"/>
          </p:cNvSpPr>
          <p:nvPr/>
        </p:nvSpPr>
        <p:spPr>
          <a:xfrm xmlns:a="http://schemas.openxmlformats.org/drawingml/2006/main">
            <a:off x="2286000" y="733425"/>
            <a:ext cx="61722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775" b="1">
                <a:solidFill>
                  <a:srgbClr val="D30D3A"/>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775" b="1">
                <a:solidFill>
                  <a:srgbClr val="D30D3A"/>
                </a:solidFill>
                <a:latin typeface="IBM Plex Sans Arabic"/>
                <a:ea typeface="IBM Plex Sans Arabic"/>
                <a:cs typeface="IBM Plex Sans Arabic"/>
              </a:defRPr>
            </a:pPr>
            <a:r>
              <a:rPr sz="2775" b="1" lang="ar-SA">
                <a:solidFill>
                  <a:srgbClr val="D30D3A"/>
                </a:solidFill>
                <a:latin typeface="IBM Plex Sans Arabic"/>
                <a:ea typeface="IBM Plex Sans Arabic"/>
                <a:cs typeface="IBM Plex Sans Arabic"/>
              </a:rPr>
              <a:t>العرض التوضيحي</a:t>
            </a:r>
          </a:p>
        </p:txBody>
      </p:sp>
      <p:sp>
        <p:nvSpPr>
          <p:cNvPr id="245" name="Google Shape;245;p36">
            <a:extLst xmlns:a="http://schemas.openxmlformats.org/drawingml/2006/main">
              <a:ext uri="{FF2B5EF4-FFF2-40B4-BE49-F238E27FC236}">
                <a16:creationId xmlns:a16="http://schemas.microsoft.com/office/drawing/2014/main" id="{C89768A4-690D-4336-8C9E-9F551C162AB1}"/>
              </a:ext>
            </a:extLst>
          </p:cNvPr>
          <p:cNvSpPr>
            <a:spLocks xmlns:a="http://schemas.openxmlformats.org/drawingml/2006/main" noGrp="1"/>
          </p:cNvSpPr>
          <p:nvPr/>
        </p:nvSpPr>
        <p:spPr>
          <a:xfrm xmlns:a="http://schemas.openxmlformats.org/drawingml/2006/main">
            <a:off x="552450" y="4867275"/>
            <a:ext cx="8020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75" b="0">
                <a:solidFill>
                  <a:srgbClr val="D9D5E3"/>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275" b="0">
                <a:solidFill>
                  <a:srgbClr val="D9D5E3"/>
                </a:solidFill>
                <a:latin typeface="IBM Plex Sans Arabic"/>
                <a:ea typeface="IBM Plex Sans Arabic"/>
                <a:cs typeface="IBM Plex Sans Arabic"/>
              </a:defRPr>
            </a:pPr>
            <a:r>
              <a:rPr sz="1275" b="0" lang="ar-SA">
                <a:solidFill>
                  <a:srgbClr val="D9D5E3"/>
                </a:solidFill>
                <a:latin typeface="IBM Plex Sans Arabic"/>
                <a:ea typeface="IBM Plex Sans Arabic"/>
                <a:cs typeface="IBM Plex Sans Arabic"/>
              </a:rPr>
              <a:t>لقطة من بيئة العرض. المعين يحدد موضعًا مقترحًا، ولا يمثل قراءة مسجلة.</a:t>
            </a:r>
          </a:p>
        </p:txBody>
      </p:sp>
      <p:pic>
        <p:nvPicPr>
          <p:cNvPr id="246" name="">
            <a:extLst xmlns:a="http://schemas.openxmlformats.org/drawingml/2006/main">
              <a:ext uri="{FF2B5EF4-FFF2-40B4-BE49-F238E27FC236}">
                <a16:creationId xmlns:a16="http://schemas.microsoft.com/office/drawing/2014/main" id="{27DD020E-3B88-4ADE-B021-8B7341BC8A37}"/>
              </a:ext>
            </a:extLst>
          </p:cNvPr>
          <p:cNvPicPr>
            <a:picLocks xmlns:a="http://schemas.openxmlformats.org/drawingml/2006/main" noChangeAspect="1"/>
          </p:cNvPicPr>
          <p:nvPr/>
        </p:nvPicPr>
        <p:blipFill>
          <a:blip xmlns:r="http://schemas.openxmlformats.org/officeDocument/2006/relationships" xmlns:a="http://schemas.openxmlformats.org/drawingml/2006/main" r:embed="R33db8461567946c5"/>
          <a:stretch xmlns:a="http://schemas.openxmlformats.org/drawingml/2006/main"/>
        </p:blipFill>
        <p:spPr>
          <a:xfrm xmlns:a="http://schemas.openxmlformats.org/drawingml/2006/main">
            <a:off x="768474" y="1495425"/>
            <a:ext cx="5997327" cy="3371850"/>
          </a:xfrm>
          <a:prstGeom xmlns:a="http://schemas.openxmlformats.org/drawingml/2006/main" prst="rect">
            <a:avLst/>
          </a:prstGeom>
        </p:spPr>
      </p:pic>
      <p:sp>
        <p:nvSpPr>
          <p:cNvPr id="247" name="demo-steps">
            <a:extLst xmlns:a="http://schemas.openxmlformats.org/drawingml/2006/main">
              <a:ext uri="{FF2B5EF4-FFF2-40B4-BE49-F238E27FC236}">
                <a16:creationId xmlns:a16="http://schemas.microsoft.com/office/drawing/2014/main" id="{A108C274-189F-41CE-9C16-ADC9FBA3E183}"/>
              </a:ext>
            </a:extLst>
          </p:cNvPr>
          <p:cNvSpPr>
            <a:spLocks xmlns:a="http://schemas.openxmlformats.org/drawingml/2006/main" noGrp="1"/>
          </p:cNvSpPr>
          <p:nvPr/>
        </p:nvSpPr>
        <p:spPr>
          <a:xfrm xmlns:a="http://schemas.openxmlformats.org/drawingml/2006/main">
            <a:off x="7181850" y="1724025"/>
            <a:ext cx="1390650"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١  اختر المنطقة</a:t>
            </a:r>
          </a:p>
          <a:p xmlns:a="http://schemas.openxmlformats.org/drawingml/2006/main">
            <a:pPr>
              <a:spcBef>
                <a:spcPts val="0"/>
              </a:spcBef>
              <a:spcAft>
                <a:spcPts val="0"/>
              </a:spcAft>
            </a:pPr>
            <a:r>
              <a:t/>
            </a:r>
          </a:p>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٢  أين أقيس؟</a:t>
            </a:r>
          </a:p>
          <a:p xmlns:a="http://schemas.openxmlformats.org/drawingml/2006/main">
            <a:pPr>
              <a:spcBef>
                <a:spcPts val="0"/>
              </a:spcBef>
              <a:spcAft>
                <a:spcPts val="0"/>
              </a:spcAft>
            </a:pPr>
            <a:r>
              <a:t/>
            </a:r>
          </a:p>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٣  سجّل قراءة</a:t>
            </a:r>
          </a:p>
          <a:p xmlns:a="http://schemas.openxmlformats.org/drawingml/2006/main">
            <a:pPr>
              <a:spcBef>
                <a:spcPts val="0"/>
              </a:spcBef>
              <a:spcAft>
                <a:spcPts val="0"/>
              </a:spcAft>
            </a:pPr>
            <a:r>
              <a:t/>
            </a:r>
          </a:p>
          <a:p xmlns:a="http://schemas.openxmlformats.org/drawingml/2006/main">
            <a:pPr algn="r" rtl="1">
              <a:lnSpc>
                <a:spcPct val="117000"/>
              </a:lnSpc>
              <a:spcBef>
                <a:spcPts val="0"/>
              </a:spcBef>
              <a:spcAft>
                <a:spcPts val="0"/>
              </a:spcAft>
              <a:buNone/>
              <a:defRPr sz="1725" b="0">
                <a:solidFill>
                  <a:srgbClr val="FFFFFF"/>
                </a:solidFill>
                <a:latin typeface="IBM Plex Sans Arabic"/>
                <a:ea typeface="IBM Plex Sans Arabic"/>
                <a:cs typeface="IBM Plex Sans Arabic"/>
              </a:defRPr>
            </a:pPr>
            <a:r>
              <a:rPr sz="1725" b="0" lang="ar-SA">
                <a:solidFill>
                  <a:srgbClr val="FFFFFF"/>
                </a:solidFill>
                <a:latin typeface="IBM Plex Sans Arabic"/>
                <a:ea typeface="IBM Plex Sans Arabic"/>
                <a:cs typeface="IBM Plex Sans Arabic"/>
              </a:rPr>
              <a:t>٤  راجع القرار</a:t>
            </a:r>
          </a:p>
        </p:txBody>
      </p:sp>
      <p:pic>
        <p:nvPicPr>
          <p:cNvPr id="248" name="">
            <a:extLst xmlns:a="http://schemas.openxmlformats.org/drawingml/2006/main">
              <a:ext uri="{FF2B5EF4-FFF2-40B4-BE49-F238E27FC236}">
                <a16:creationId xmlns:a16="http://schemas.microsoft.com/office/drawing/2014/main" id="{66397A62-B9B0-4522-A5DE-60A39F010292}"/>
              </a:ext>
            </a:extLst>
          </p:cNvPr>
          <p:cNvPicPr>
            <a:picLocks xmlns:a="http://schemas.openxmlformats.org/drawingml/2006/main" noChangeAspect="1"/>
          </p:cNvPicPr>
          <p:nvPr/>
        </p:nvPicPr>
        <p:blipFill>
          <a:blip xmlns:r="http://schemas.openxmlformats.org/officeDocument/2006/relationships" xmlns:a="http://schemas.openxmlformats.org/drawingml/2006/main" r:embed="R2d521b9382174ecc"/>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1028219344"/>
      </p:ext>
    </p:extLst>
  </p:cSld>
</p:sld>
</file>

<file path=ppt/slides/slide13.xml><?xml version="1.0" encoding="utf-8"?>
<p:sld xmlns:p="http://schemas.openxmlformats.org/presentationml/2006/main">
  <p:cSld>
    <p:bg>
      <p:bgPr>
        <a:blipFill xmlns:a="http://schemas.openxmlformats.org/drawingml/2006/main">
          <a:blip xmlns:r="http://schemas.openxmlformats.org/officeDocument/2006/relationships" r:embed="R3d12388aea054321">
            <a:alphaModFix/>
          </a:blip>
          <a:stretch>
            <a:fillRect l="0" t="0" r="0" b="0"/>
          </a:stretch>
        </a:blipFill>
      </p:bgPr>
    </p:bg>
    <p:spTree>
      <p:nvGrpSpPr>
        <p:cNvPr id="1" name=""/>
        <p:cNvGrpSpPr/>
        <p:nvPr/>
      </p:nvGrpSpPr>
      <p:grpSpPr>
        <a:xfrm xmlns:a="http://schemas.openxmlformats.org/drawingml/2006/main"/>
      </p:grpSpPr>
      <p:sp>
        <p:nvSpPr>
          <p:cNvPr id="250" name="Google Shape;250;p37">
            <a:extLst xmlns:a="http://schemas.openxmlformats.org/drawingml/2006/main">
              <a:ext uri="{FF2B5EF4-FFF2-40B4-BE49-F238E27FC236}">
                <a16:creationId xmlns:a16="http://schemas.microsoft.com/office/drawing/2014/main" id="{B7E192FA-3E03-45A6-8B2C-FAE08CD3922B}"/>
              </a:ext>
            </a:extLst>
          </p:cNvPr>
          <p:cNvSpPr>
            <a:spLocks xmlns:a="http://schemas.openxmlformats.org/drawingml/2006/main" noGrp="1"/>
          </p:cNvSpPr>
          <p:nvPr/>
        </p:nvSpPr>
        <p:spPr>
          <a:xfrm xmlns:a="http://schemas.openxmlformats.org/drawingml/2006/main">
            <a:off x="2000250" y="914400"/>
            <a:ext cx="645795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625" b="1">
                <a:solidFill>
                  <a:srgbClr val="D30D3A"/>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2625" b="1">
                <a:solidFill>
                  <a:srgbClr val="D30D3A"/>
                </a:solidFill>
                <a:latin typeface="IBM Plex Sans Arabic"/>
                <a:ea typeface="IBM Plex Sans Arabic"/>
                <a:cs typeface="IBM Plex Sans Arabic"/>
              </a:defRPr>
            </a:pPr>
            <a:r>
              <a:rPr sz="2625" b="1" lang="ar-SA">
                <a:solidFill>
                  <a:srgbClr val="D30D3A"/>
                </a:solidFill>
                <a:latin typeface="IBM Plex Sans Arabic"/>
                <a:ea typeface="IBM Plex Sans Arabic"/>
                <a:cs typeface="IBM Plex Sans Arabic"/>
              </a:rPr>
              <a:t>التحديات والخطط المستقبلية</a:t>
            </a:r>
          </a:p>
        </p:txBody>
      </p:sp>
      <p:sp>
        <p:nvSpPr>
          <p:cNvPr id="252" name="Google Shape;252;p37">
            <a:extLst xmlns:a="http://schemas.openxmlformats.org/drawingml/2006/main">
              <a:ext uri="{FF2B5EF4-FFF2-40B4-BE49-F238E27FC236}">
                <a16:creationId xmlns:a16="http://schemas.microsoft.com/office/drawing/2014/main" id="{A9244022-1896-43F6-9387-FA8F973A02A0}"/>
              </a:ext>
            </a:extLst>
          </p:cNvPr>
          <p:cNvSpPr>
            <a:spLocks xmlns:a="http://schemas.openxmlformats.org/drawingml/2006/main" noGrp="1"/>
          </p:cNvSpPr>
          <p:nvPr/>
        </p:nvSpPr>
        <p:spPr>
          <a:xfrm xmlns:a="http://schemas.openxmlformats.org/drawingml/2006/main" rot="0" flipH="0" flipV="0">
            <a:off x="1666875" y="1952625"/>
            <a:ext cx="3381375"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650"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الدعم المطلوب</a:t>
            </a:r>
          </a:p>
          <a:p xmlns:a="http://schemas.openxmlformats.org/drawingml/2006/main">
            <a:pPr algn="r" rtl="1">
              <a:lnSpc>
                <a:spcPct val="117000"/>
              </a:lnSpc>
              <a:spcBef>
                <a:spcPts val="0"/>
              </a:spcBef>
              <a:spcAft>
                <a:spcPts val="0"/>
              </a:spcAft>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موقع تجربة صغير، ومختص زراعي، وحساسات معايرة ومصادر مرخصة.</a:t>
            </a:r>
          </a:p>
        </p:txBody>
      </p:sp>
      <p:pic>
        <p:nvPicPr>
          <p:cNvPr id="253" name="Google Shape;253;p37">
            <a:extLst xmlns:a="http://schemas.openxmlformats.org/drawingml/2006/main">
              <a:ext uri="{FF2B5EF4-FFF2-40B4-BE49-F238E27FC236}">
                <a16:creationId xmlns:a16="http://schemas.microsoft.com/office/drawing/2014/main" id="{B1FCD5BB-A2BB-44FC-BBF9-3C9CA7D08FA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76f5bb4752d426d">
            <a:alphaModFix/>
          </a:blip>
          <a:srcRect xmlns:a="http://schemas.openxmlformats.org/drawingml/2006/main" l="0" t="0" r="0" b="0"/>
          <a:stretch xmlns:a="http://schemas.openxmlformats.org/drawingml/2006/main"/>
        </p:blipFill>
        <p:spPr>
          <a:xfrm xmlns:a="http://schemas.openxmlformats.org/drawingml/2006/main" rot="0" flipH="0" flipV="0">
            <a:off x="3813670" y="1792252"/>
            <a:ext cx="1242306" cy="1242306"/>
          </a:xfrm>
          <a:prstGeom xmlns:a="http://schemas.openxmlformats.org/drawingml/2006/main" prst="rect">
            <a:avLst/>
          </a:prstGeom>
          <a:ln xmlns:a="http://schemas.openxmlformats.org/drawingml/2006/main">
            <a:noFill/>
          </a:ln>
        </p:spPr>
      </p:pic>
      <p:sp>
        <p:nvSpPr>
          <p:cNvPr id="255" name="Google Shape;255;p37">
            <a:extLst xmlns:a="http://schemas.openxmlformats.org/drawingml/2006/main">
              <a:ext uri="{FF2B5EF4-FFF2-40B4-BE49-F238E27FC236}">
                <a16:creationId xmlns:a16="http://schemas.microsoft.com/office/drawing/2014/main" id="{435064D1-A4C7-43A4-A488-8E1D58CBDF79}"/>
              </a:ext>
            </a:extLst>
          </p:cNvPr>
          <p:cNvSpPr>
            <a:spLocks xmlns:a="http://schemas.openxmlformats.org/drawingml/2006/main" noGrp="1"/>
          </p:cNvSpPr>
          <p:nvPr/>
        </p:nvSpPr>
        <p:spPr>
          <a:xfrm xmlns:a="http://schemas.openxmlformats.org/drawingml/2006/main" rot="0" flipH="0" flipV="0">
            <a:off x="5429250" y="1952625"/>
            <a:ext cx="2619375"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650"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التحديات الحالية</a:t>
            </a:r>
          </a:p>
          <a:p xmlns:a="http://schemas.openxmlformats.org/drawingml/2006/main">
            <a:pPr algn="r" rtl="1">
              <a:lnSpc>
                <a:spcPct val="117000"/>
              </a:lnSpc>
              <a:spcBef>
                <a:spcPts val="0"/>
              </a:spcBef>
              <a:spcAft>
                <a:spcPts val="0"/>
              </a:spcAft>
              <a:buNone/>
              <a:defRPr sz="1650" b="0">
                <a:solidFill>
                  <a:srgbClr val="FFFFFF"/>
                </a:solidFill>
                <a:latin typeface="IBM Plex Sans Arabic"/>
                <a:ea typeface="IBM Plex Sans Arabic"/>
                <a:cs typeface="IBM Plex Sans Arabic"/>
              </a:defRPr>
            </a:pPr>
            <a:r>
              <a:rPr sz="1650" b="0" lang="ar-SA">
                <a:solidFill>
                  <a:srgbClr val="FFFFFF"/>
                </a:solidFill>
                <a:latin typeface="IBM Plex Sans Arabic"/>
                <a:ea typeface="IBM Plex Sans Arabic"/>
                <a:cs typeface="IBM Plex Sans Arabic"/>
              </a:rPr>
              <a:t>بيانات تجريبية وحدود تحتاج معايرة ميدانية. لا أجهزة متصلة.</a:t>
            </a:r>
          </a:p>
        </p:txBody>
      </p:sp>
      <p:pic>
        <p:nvPicPr>
          <p:cNvPr id="256" name="Google Shape;256;p37">
            <a:extLst xmlns:a="http://schemas.openxmlformats.org/drawingml/2006/main">
              <a:ext uri="{FF2B5EF4-FFF2-40B4-BE49-F238E27FC236}">
                <a16:creationId xmlns:a16="http://schemas.microsoft.com/office/drawing/2014/main" id="{E784D5FD-89C6-4C6D-AF01-4D3432CAB87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76f5bb4752d426d">
            <a:alphaModFix/>
          </a:blip>
          <a:srcRect xmlns:a="http://schemas.openxmlformats.org/drawingml/2006/main" l="0" t="0" r="0" b="0"/>
          <a:stretch xmlns:a="http://schemas.openxmlformats.org/drawingml/2006/main"/>
        </p:blipFill>
        <p:spPr>
          <a:xfrm xmlns:a="http://schemas.openxmlformats.org/drawingml/2006/main" rot="0" flipH="0" flipV="0">
            <a:off x="7076245" y="1792252"/>
            <a:ext cx="1242306" cy="1242306"/>
          </a:xfrm>
          <a:prstGeom xmlns:a="http://schemas.openxmlformats.org/drawingml/2006/main" prst="rect">
            <a:avLst/>
          </a:prstGeom>
          <a:ln xmlns:a="http://schemas.openxmlformats.org/drawingml/2006/main">
            <a:noFill/>
          </a:ln>
        </p:spPr>
      </p:pic>
      <p:sp>
        <p:nvSpPr>
          <p:cNvPr id="258" name="Google Shape;258;p37">
            <a:extLst xmlns:a="http://schemas.openxmlformats.org/drawingml/2006/main">
              <a:ext uri="{FF2B5EF4-FFF2-40B4-BE49-F238E27FC236}">
                <a16:creationId xmlns:a16="http://schemas.microsoft.com/office/drawing/2014/main" id="{0E7ADA6C-B92A-4AE1-BC0A-8137ABDFD40F}"/>
              </a:ext>
            </a:extLst>
          </p:cNvPr>
          <p:cNvSpPr>
            <a:spLocks xmlns:a="http://schemas.openxmlformats.org/drawingml/2006/main" noGrp="1"/>
          </p:cNvSpPr>
          <p:nvPr/>
        </p:nvSpPr>
        <p:spPr>
          <a:xfrm xmlns:a="http://schemas.openxmlformats.org/drawingml/2006/main" rot="0" flipH="0" flipV="0">
            <a:off x="2476500" y="3552825"/>
            <a:ext cx="5095875"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575" b="0">
                <a:solidFill>
                  <a:srgbClr val="FFFFFF"/>
                </a:solidFill>
                <a:latin typeface="IBM Plex Sans Arabic"/>
                <a:ea typeface="IBM Plex Sans Arabic"/>
                <a:cs typeface="IBM Plex Sans Arabic"/>
              </a:defRPr>
            </a:defPPr>
          </a:lstStyle>
          <a:p xmlns:a="http://schemas.openxmlformats.org/drawingml/2006/main">
            <a:pPr algn="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خطة مقترحة لأسبوعين</a:t>
            </a:r>
          </a:p>
          <a:p xmlns:a="http://schemas.openxmlformats.org/drawingml/2006/main">
            <a:pPr algn="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الأول: معايرة التربة والحساسات والتدفق.</a:t>
            </a:r>
          </a:p>
          <a:p xmlns:a="http://schemas.openxmlformats.org/drawingml/2006/main">
            <a:pPr algn="r" rtl="1">
              <a:lnSpc>
                <a:spcPct val="117000"/>
              </a:lnSpc>
              <a:spcBef>
                <a:spcPts val="0"/>
              </a:spcBef>
              <a:spcAft>
                <a:spcPts val="0"/>
              </a:spcAft>
              <a:buNone/>
              <a:defRPr sz="1575" b="0">
                <a:solidFill>
                  <a:srgbClr val="FFFFFF"/>
                </a:solidFill>
                <a:latin typeface="IBM Plex Sans Arabic"/>
                <a:ea typeface="IBM Plex Sans Arabic"/>
                <a:cs typeface="IBM Plex Sans Arabic"/>
              </a:defRPr>
            </a:pPr>
            <a:r>
              <a:rPr sz="1575" b="0" lang="ar-SA">
                <a:solidFill>
                  <a:srgbClr val="FFFFFF"/>
                </a:solidFill>
                <a:latin typeface="IBM Plex Sans Arabic"/>
                <a:ea typeface="IBM Plex Sans Arabic"/>
                <a:cs typeface="IBM Plex Sans Arabic"/>
              </a:rPr>
              <a:t>الثاني: قياس الماء وحالة التربة مقابل خط أساس.</a:t>
            </a:r>
          </a:p>
        </p:txBody>
      </p:sp>
      <p:pic>
        <p:nvPicPr>
          <p:cNvPr id="259" name="Google Shape;259;p37">
            <a:extLst xmlns:a="http://schemas.openxmlformats.org/drawingml/2006/main">
              <a:ext uri="{FF2B5EF4-FFF2-40B4-BE49-F238E27FC236}">
                <a16:creationId xmlns:a16="http://schemas.microsoft.com/office/drawing/2014/main" id="{9142A369-D888-4B4E-8390-1BDE2896A3A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76f5bb4752d426d">
            <a:alphaModFix/>
          </a:blip>
          <a:srcRect xmlns:a="http://schemas.openxmlformats.org/drawingml/2006/main" l="0" t="0" r="0" b="0"/>
          <a:stretch xmlns:a="http://schemas.openxmlformats.org/drawingml/2006/main"/>
        </p:blipFill>
        <p:spPr>
          <a:xfrm xmlns:a="http://schemas.openxmlformats.org/drawingml/2006/main" rot="0" flipH="0" flipV="0">
            <a:off x="7076245" y="3461552"/>
            <a:ext cx="1242306" cy="1242306"/>
          </a:xfrm>
          <a:prstGeom xmlns:a="http://schemas.openxmlformats.org/drawingml/2006/main" prst="rect">
            <a:avLst/>
          </a:prstGeom>
          <a:ln xmlns:a="http://schemas.openxmlformats.org/drawingml/2006/main">
            <a:noFill/>
          </a:ln>
        </p:spPr>
      </p:pic>
      <p:pic>
        <p:nvPicPr>
          <p:cNvPr id="260" name="">
            <a:extLst xmlns:a="http://schemas.openxmlformats.org/drawingml/2006/main">
              <a:ext uri="{FF2B5EF4-FFF2-40B4-BE49-F238E27FC236}">
                <a16:creationId xmlns:a16="http://schemas.microsoft.com/office/drawing/2014/main" id="{5D47DB93-909B-49FA-90D0-7E98B01B23AF}"/>
              </a:ext>
            </a:extLst>
          </p:cNvPr>
          <p:cNvPicPr>
            <a:picLocks xmlns:a="http://schemas.openxmlformats.org/drawingml/2006/main" noChangeAspect="1"/>
          </p:cNvPicPr>
          <p:nvPr/>
        </p:nvPicPr>
        <p:blipFill>
          <a:blip xmlns:r="http://schemas.openxmlformats.org/officeDocument/2006/relationships" xmlns:a="http://schemas.openxmlformats.org/drawingml/2006/main" r:embed="R6775526850d8423e"/>
          <a:stretch xmlns:a="http://schemas.openxmlformats.org/drawingml/2006/main"/>
        </p:blipFill>
        <p:spPr>
          <a:xfrm xmlns:a="http://schemas.openxmlformats.org/drawingml/2006/main">
            <a:off x="333375" y="247657"/>
            <a:ext cx="790575" cy="373080"/>
          </a:xfrm>
          <a:prstGeom xmlns:a="http://schemas.openxmlformats.org/drawingml/2006/main" prst="rect">
            <a:avLst/>
          </a:prstGeom>
        </p:spPr>
      </p:pic>
    </p:spTree>
    <p:extLst>
      <p:ext uri="{BB962C8B-B14F-4D97-AF65-F5344CB8AC3E}">
        <p14:creationId xmlns:p14="http://schemas.microsoft.com/office/powerpoint/2010/main" val="1145457531"/>
      </p:ext>
    </p:extLst>
  </p:cSld>
</p:sld>
</file>

<file path=ppt/slides/slide14.xml><?xml version="1.0" encoding="utf-8"?>
<p:sld xmlns:p="http://schemas.openxmlformats.org/presentationml/2006/main">
  <p:cSld>
    <p:bg>
      <p:bgPr>
        <a:blipFill xmlns:a="http://schemas.openxmlformats.org/drawingml/2006/main">
          <a:blip xmlns:r="http://schemas.openxmlformats.org/officeDocument/2006/relationships" r:embed="Rb8c02db7c8f54b41">
            <a:alphaModFix/>
          </a:blip>
          <a:stretch>
            <a:fillRect l="0" t="0" r="0" b="0"/>
          </a:stretch>
        </a:blipFill>
      </p:bgPr>
    </p:bg>
    <p:spTree>
      <p:nvGrpSpPr>
        <p:cNvPr id="1" name=""/>
        <p:cNvGrpSpPr/>
        <p:nvPr/>
      </p:nvGrpSpPr>
      <p:grpSpPr>
        <a:xfrm xmlns:a="http://schemas.openxmlformats.org/drawingml/2006/main"/>
      </p:grpSpPr>
      <p:sp>
        <p:nvSpPr>
          <p:cNvPr id="264" name="Google Shape;264;p38">
            <a:extLst xmlns:a="http://schemas.openxmlformats.org/drawingml/2006/main">
              <a:ext uri="{FF2B5EF4-FFF2-40B4-BE49-F238E27FC236}">
                <a16:creationId xmlns:a16="http://schemas.microsoft.com/office/drawing/2014/main" id="{3B615D3D-601D-403E-846E-74F6DD383FCF}"/>
              </a:ext>
            </a:extLst>
          </p:cNvPr>
          <p:cNvSpPr>
            <a:spLocks xmlns:a="http://schemas.openxmlformats.org/drawingml/2006/main" noGrp="1"/>
          </p:cNvSpPr>
          <p:nvPr/>
        </p:nvSpPr>
        <p:spPr>
          <a:xfrm xmlns:a="http://schemas.openxmlformats.org/drawingml/2006/main">
            <a:off x="1143000" y="3305175"/>
            <a:ext cx="68580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3600" b="1">
                <a:solidFill>
                  <a:srgbClr val="FFFFFF"/>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3600" b="1">
                <a:solidFill>
                  <a:srgbClr val="FFFFFF"/>
                </a:solidFill>
                <a:latin typeface="IBM Plex Sans Arabic"/>
                <a:ea typeface="IBM Plex Sans Arabic"/>
                <a:cs typeface="IBM Plex Sans Arabic"/>
              </a:defRPr>
            </a:pPr>
            <a:r>
              <a:rPr sz="3600" b="1" lang="ar-SA">
                <a:solidFill>
                  <a:srgbClr val="FFFFFF"/>
                </a:solidFill>
                <a:latin typeface="IBM Plex Sans Arabic"/>
                <a:ea typeface="IBM Plex Sans Arabic"/>
                <a:cs typeface="IBM Plex Sans Arabic"/>
              </a:rPr>
              <a:t>شكرًا لكم</a:t>
            </a:r>
          </a:p>
        </p:txBody>
      </p:sp>
      <p:pic>
        <p:nvPicPr>
          <p:cNvPr id="265" name="Google Shape;265;p38">
            <a:extLst xmlns:a="http://schemas.openxmlformats.org/drawingml/2006/main">
              <a:ext uri="{FF2B5EF4-FFF2-40B4-BE49-F238E27FC236}">
                <a16:creationId xmlns:a16="http://schemas.microsoft.com/office/drawing/2014/main" id="{85E4F831-50F2-4535-8215-1E9B6A09658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2af16c2613947c2">
            <a:alphaModFix/>
          </a:blip>
          <a:srcRect xmlns:a="http://schemas.openxmlformats.org/drawingml/2006/main" l="0" t="0" r="0" b="0"/>
          <a:stretch xmlns:a="http://schemas.openxmlformats.org/drawingml/2006/main"/>
        </p:blipFill>
        <p:spPr>
          <a:xfrm xmlns:a="http://schemas.openxmlformats.org/drawingml/2006/main">
            <a:off x="5695886" y="985996"/>
            <a:ext cx="977418" cy="640470"/>
          </a:xfrm>
          <a:prstGeom xmlns:a="http://schemas.openxmlformats.org/drawingml/2006/main" prst="rect">
            <a:avLst/>
          </a:prstGeom>
          <a:ln xmlns:a="http://schemas.openxmlformats.org/drawingml/2006/main">
            <a:noFill/>
          </a:ln>
        </p:spPr>
      </p:pic>
      <p:pic>
        <p:nvPicPr>
          <p:cNvPr id="266" name="Google Shape;266;p38">
            <a:extLst xmlns:a="http://schemas.openxmlformats.org/drawingml/2006/main">
              <a:ext uri="{FF2B5EF4-FFF2-40B4-BE49-F238E27FC236}">
                <a16:creationId xmlns:a16="http://schemas.microsoft.com/office/drawing/2014/main" id="{027CFF23-06FB-4855-9D37-19E67561B04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25d7478192f407d">
            <a:alphaModFix/>
          </a:blip>
          <a:srcRect xmlns:a="http://schemas.openxmlformats.org/drawingml/2006/main" l="0" t="0" r="0" b="0"/>
          <a:stretch xmlns:a="http://schemas.openxmlformats.org/drawingml/2006/main"/>
        </p:blipFill>
        <p:spPr>
          <a:xfrm xmlns:a="http://schemas.openxmlformats.org/drawingml/2006/main">
            <a:off x="3658834" y="792925"/>
            <a:ext cx="1944378" cy="1072926"/>
          </a:xfrm>
          <a:prstGeom xmlns:a="http://schemas.openxmlformats.org/drawingml/2006/main" prst="rect">
            <a:avLst/>
          </a:prstGeom>
          <a:ln xmlns:a="http://schemas.openxmlformats.org/drawingml/2006/main">
            <a:noFill/>
          </a:ln>
        </p:spPr>
      </p:pic>
      <p:pic>
        <p:nvPicPr>
          <p:cNvPr id="267" name="Google Shape;267;p38">
            <a:extLst xmlns:a="http://schemas.openxmlformats.org/drawingml/2006/main">
              <a:ext uri="{FF2B5EF4-FFF2-40B4-BE49-F238E27FC236}">
                <a16:creationId xmlns:a16="http://schemas.microsoft.com/office/drawing/2014/main" id="{6591CA55-EE27-4F79-8B21-0752EB72154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427be2629534dbc">
            <a:alphaModFix/>
          </a:blip>
          <a:srcRect xmlns:a="http://schemas.openxmlformats.org/drawingml/2006/main" l="14448" t="33687" r="14448" b="33690"/>
          <a:stretch xmlns:a="http://schemas.openxmlformats.org/drawingml/2006/main"/>
        </p:blipFill>
        <p:spPr>
          <a:xfrm xmlns:a="http://schemas.openxmlformats.org/drawingml/2006/main">
            <a:off x="2137332" y="1061327"/>
            <a:ext cx="1628005" cy="746978"/>
          </a:xfrm>
          <a:prstGeom xmlns:a="http://schemas.openxmlformats.org/drawingml/2006/main" prst="rect">
            <a:avLst/>
          </a:prstGeom>
          <a:ln xmlns:a="http://schemas.openxmlformats.org/drawingml/2006/main">
            <a:noFill/>
          </a:ln>
        </p:spPr>
      </p:pic>
      <p:pic>
        <p:nvPicPr>
          <p:cNvPr id="268" name="">
            <a:extLst xmlns:a="http://schemas.openxmlformats.org/drawingml/2006/main">
              <a:ext uri="{FF2B5EF4-FFF2-40B4-BE49-F238E27FC236}">
                <a16:creationId xmlns:a16="http://schemas.microsoft.com/office/drawing/2014/main" id="{A4CA9609-D803-4EE2-A547-47C7F95790AE}"/>
              </a:ext>
            </a:extLst>
          </p:cNvPr>
          <p:cNvPicPr>
            <a:picLocks xmlns:a="http://schemas.openxmlformats.org/drawingml/2006/main" noChangeAspect="1"/>
          </p:cNvPicPr>
          <p:nvPr/>
        </p:nvPicPr>
        <p:blipFill>
          <a:blip xmlns:r="http://schemas.openxmlformats.org/officeDocument/2006/relationships" xmlns:a="http://schemas.openxmlformats.org/drawingml/2006/main" r:embed="R9243e822ae1d4783"/>
          <a:stretch xmlns:a="http://schemas.openxmlformats.org/drawingml/2006/main"/>
        </p:blipFill>
        <p:spPr>
          <a:xfrm xmlns:a="http://schemas.openxmlformats.org/drawingml/2006/main">
            <a:off x="3613263" y="2143125"/>
            <a:ext cx="1917473" cy="904875"/>
          </a:xfrm>
          <a:prstGeom xmlns:a="http://schemas.openxmlformats.org/drawingml/2006/main" prst="rect">
            <a:avLst/>
          </a:prstGeom>
        </p:spPr>
      </p:pic>
      <p:sp>
        <p:nvSpPr>
          <p:cNvPr id="269" name="closing-subject">
            <a:extLst xmlns:a="http://schemas.openxmlformats.org/drawingml/2006/main">
              <a:ext uri="{FF2B5EF4-FFF2-40B4-BE49-F238E27FC236}">
                <a16:creationId xmlns:a16="http://schemas.microsoft.com/office/drawing/2014/main" id="{F0C1B123-9D74-4B7A-9D39-AC0DF82252EB}"/>
              </a:ext>
            </a:extLst>
          </p:cNvPr>
          <p:cNvSpPr>
            <a:spLocks xmlns:a="http://schemas.openxmlformats.org/drawingml/2006/main" noGrp="1"/>
          </p:cNvSpPr>
          <p:nvPr/>
        </p:nvSpPr>
        <p:spPr>
          <a:xfrm xmlns:a="http://schemas.openxmlformats.org/drawingml/2006/main">
            <a:off x="1143000" y="4114800"/>
            <a:ext cx="685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IBM Plex Sans Arabic"/>
                <a:ea typeface="IBM Plex Sans Arabic"/>
                <a:cs typeface="IBM Plex Sans Arabic"/>
              </a:defRPr>
            </a:defPPr>
          </a:lstStyle>
          <a:p xmlns:a="http://schemas.openxmlformats.org/drawingml/2006/main">
            <a:pPr algn="ctr" rtl="1">
              <a:lnSpc>
                <a:spcPct val="117000"/>
              </a:lnSpc>
              <a:spcBef>
                <a:spcPts val="0"/>
              </a:spcBef>
              <a:spcAft>
                <a:spcPts val="0"/>
              </a:spcAft>
              <a:buNone/>
              <a:defRPr sz="1950" b="1">
                <a:solidFill>
                  <a:srgbClr val="FFFFFF"/>
                </a:solidFill>
                <a:latin typeface="IBM Plex Sans Arabic"/>
                <a:ea typeface="IBM Plex Sans Arabic"/>
                <a:cs typeface="IBM Plex Sans Arabic"/>
              </a:defRPr>
            </a:pPr>
            <a:r>
              <a:rPr sz="1950" b="1" lang="ar-SA">
                <a:solidFill>
                  <a:srgbClr val="FFFFFF"/>
                </a:solidFill>
                <a:latin typeface="IBM Plex Sans Arabic"/>
                <a:ea typeface="IBM Plex Sans Arabic"/>
                <a:cs typeface="IBM Plex Sans Arabic"/>
              </a:rPr>
              <a:t>أنبت 2.0</a:t>
            </a:r>
          </a:p>
        </p:txBody>
      </p:sp>
    </p:spTree>
    <p:extLst>
      <p:ext uri="{BB962C8B-B14F-4D97-AF65-F5344CB8AC3E}">
        <p14:creationId xmlns:p14="http://schemas.microsoft.com/office/powerpoint/2010/main" val="1592513871"/>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MUHAMAD ABDULAZIZ SALIH ZEID</cp:lastModifiedBy>
  <cp:revision>1</cp:revision>
  <dcterms:modified xsi:type="dcterms:W3CDTF">2026-10-15T08:29:36Z</dcterms:modified>
  <dc:title>أنبت 2.0 — عرض المشروع الكامل</dc:title>
</cp:coreProperties>
</file>